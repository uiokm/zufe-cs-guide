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5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6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7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heme/theme8.xml" ContentType="application/vnd.openxmlformats-officedocument.theme+xml"/>
  <Override PartName="/ppt/theme/theme9.xml" ContentType="application/vnd.openxmlformats-officedocument.theme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notesSlides/notesSlide1.xml" ContentType="application/vnd.openxmlformats-officedocument.presentationml.notesSlide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notesSlides/notesSlide2.xml" ContentType="application/vnd.openxmlformats-officedocument.presentationml.notesSlide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notesSlides/notesSlide3.xml" ContentType="application/vnd.openxmlformats-officedocument.presentationml.notesSlide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notesSlides/notesSlide4.xml" ContentType="application/vnd.openxmlformats-officedocument.presentationml.notesSlide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notesSlides/notesSlide5.xml" ContentType="application/vnd.openxmlformats-officedocument.presentationml.notesSlide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notesSlides/notesSlide6.xml" ContentType="application/vnd.openxmlformats-officedocument.presentationml.notesSlide+xml"/>
  <Override PartName="/ppt/tags/tag15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9" r:id="rId2"/>
    <p:sldMasterId id="2147483664" r:id="rId3"/>
    <p:sldMasterId id="2147483667" r:id="rId4"/>
    <p:sldMasterId id="2147483681" r:id="rId5"/>
    <p:sldMasterId id="2147483694" r:id="rId6"/>
    <p:sldMasterId id="2147483705" r:id="rId7"/>
  </p:sldMasterIdLst>
  <p:notesMasterIdLst>
    <p:notesMasterId r:id="rId21"/>
  </p:notesMasterIdLst>
  <p:handoutMasterIdLst>
    <p:handoutMasterId r:id="rId22"/>
  </p:handoutMasterIdLst>
  <p:sldIdLst>
    <p:sldId id="5146" r:id="rId8"/>
    <p:sldId id="5147" r:id="rId9"/>
    <p:sldId id="5388" r:id="rId10"/>
    <p:sldId id="5389" r:id="rId11"/>
    <p:sldId id="5384" r:id="rId12"/>
    <p:sldId id="5390" r:id="rId13"/>
    <p:sldId id="5391" r:id="rId14"/>
    <p:sldId id="5385" r:id="rId15"/>
    <p:sldId id="5392" r:id="rId16"/>
    <p:sldId id="5386" r:id="rId17"/>
    <p:sldId id="5393" r:id="rId18"/>
    <p:sldId id="5387" r:id="rId19"/>
    <p:sldId id="5394" r:id="rId20"/>
  </p:sldIdLst>
  <p:sldSz cx="12192000" cy="6858000"/>
  <p:notesSz cx="6797675" cy="9928225"/>
  <p:embeddedFontLst>
    <p:embeddedFont>
      <p:font typeface="MS UI Gothic" panose="020B0600070205080204" pitchFamily="34" charset="-128"/>
      <p:regular r:id="rId23"/>
    </p:embeddedFont>
    <p:embeddedFont>
      <p:font typeface="等线" panose="02010600030101010101" pitchFamily="2" charset="-122"/>
      <p:regular r:id="rId24"/>
      <p:bold r:id="rId25"/>
    </p:embeddedFont>
    <p:embeddedFont>
      <p:font typeface="黑体" panose="02010609060101010101" pitchFamily="49" charset="-122"/>
      <p:regular r:id="rId26"/>
    </p:embeddedFont>
    <p:embeddedFont>
      <p:font typeface="微软雅黑" panose="020B0503020204020204" pitchFamily="34" charset="-122"/>
      <p:regular r:id="rId27"/>
      <p:bold r:id="rId28"/>
    </p:embeddedFont>
  </p:embeddedFontLst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62" userDrawn="1">
          <p15:clr>
            <a:srgbClr val="A4A3A4"/>
          </p15:clr>
        </p15:guide>
        <p15:guide id="2" pos="4969" userDrawn="1">
          <p15:clr>
            <a:srgbClr val="A4A3A4"/>
          </p15:clr>
        </p15:guide>
        <p15:guide id="3" pos="4544" userDrawn="1">
          <p15:clr>
            <a:srgbClr val="A4A3A4"/>
          </p15:clr>
        </p15:guide>
        <p15:guide id="4" pos="2547" userDrawn="1">
          <p15:clr>
            <a:srgbClr val="A4A3A4"/>
          </p15:clr>
        </p15:guide>
        <p15:guide id="5" orient="horz" pos="3087" userDrawn="1">
          <p15:clr>
            <a:srgbClr val="A4A3A4"/>
          </p15:clr>
        </p15:guide>
        <p15:guide id="6" orient="horz" pos="357" userDrawn="1">
          <p15:clr>
            <a:srgbClr val="A4A3A4"/>
          </p15:clr>
        </p15:guide>
        <p15:guide id="7" orient="horz" pos="2523" userDrawn="1">
          <p15:clr>
            <a:srgbClr val="A4A3A4"/>
          </p15:clr>
        </p15:guide>
        <p15:guide id="8" orient="horz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66FF33"/>
    <a:srgbClr val="0099FF"/>
    <a:srgbClr val="92D050"/>
    <a:srgbClr val="FF99FF"/>
    <a:srgbClr val="C5E0B4"/>
    <a:srgbClr val="D60093"/>
    <a:srgbClr val="FFD966"/>
    <a:srgbClr val="FF6600"/>
    <a:srgbClr val="E5FF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24" autoAdjust="0"/>
    <p:restoredTop sz="85397" autoAdjust="0"/>
  </p:normalViewPr>
  <p:slideViewPr>
    <p:cSldViewPr snapToGrid="0" showGuides="1">
      <p:cViewPr varScale="1">
        <p:scale>
          <a:sx n="97" d="100"/>
          <a:sy n="97" d="100"/>
        </p:scale>
        <p:origin x="1242" y="90"/>
      </p:cViewPr>
      <p:guideLst>
        <p:guide orient="horz" pos="2962"/>
        <p:guide pos="4969"/>
        <p:guide pos="4544"/>
        <p:guide pos="2547"/>
        <p:guide orient="horz" pos="3087"/>
        <p:guide orient="horz" pos="357"/>
        <p:guide orient="horz" pos="2523"/>
        <p:guide orient="horz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1796"/>
    </p:cViewPr>
  </p:sorterViewPr>
  <p:notesViewPr>
    <p:cSldViewPr snapToGrid="0">
      <p:cViewPr varScale="1">
        <p:scale>
          <a:sx n="84" d="100"/>
          <a:sy n="84" d="100"/>
        </p:scale>
        <p:origin x="382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commentAuthors" Target="commentAuthors.xml"/><Relationship Id="rId8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135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1"/>
            <a:ext cx="2945659" cy="498135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r">
              <a:defRPr sz="1200"/>
            </a:lvl1pPr>
          </a:lstStyle>
          <a:p>
            <a:fld id="{065A9D10-00A1-4316-9DBF-1CFF2F39C327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r">
              <a:defRPr sz="1200"/>
            </a:lvl1pPr>
          </a:lstStyle>
          <a:p>
            <a:fld id="{1C21E0D4-31D8-4080-A573-64BBB9E87E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135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135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r">
              <a:defRPr sz="1200"/>
            </a:lvl1pPr>
          </a:lstStyle>
          <a:p>
            <a:fld id="{C117FD3C-5E99-4122-A1EC-C8FBF6B0781B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001" tIns="45501" rIns="91001" bIns="45501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001" tIns="45501" rIns="91001" bIns="45501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r">
              <a:defRPr sz="1200"/>
            </a:lvl1pPr>
          </a:lstStyle>
          <a:p>
            <a:fld id="{D5CE584D-DA30-42E6-B6AB-C9D2BEA4D8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E584D-DA30-42E6-B6AB-C9D2BEA4D810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en-US" dirty="0">
                <a:effectLst/>
              </a:rPr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259034-BEED-4024-A934-72E55E0D3101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en-US" dirty="0">
                <a:effectLst/>
              </a:rPr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259034-BEED-4024-A934-72E55E0D310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2460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en-US" dirty="0">
                <a:effectLst/>
              </a:rPr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259034-BEED-4024-A934-72E55E0D310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921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en-US" dirty="0">
                <a:effectLst/>
              </a:rPr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259034-BEED-4024-A934-72E55E0D310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1367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en-US" dirty="0">
                <a:effectLst/>
              </a:rPr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259034-BEED-4024-A934-72E55E0D310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790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Master" Target="../slideMasters/slideMaster7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slideMaster" Target="../slideMasters/slideMaster7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slideMaster" Target="../slideMasters/slideMaster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9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5" Type="http://schemas.openxmlformats.org/officeDocument/2006/relationships/slideMaster" Target="../slideMasters/slideMaster7.xml"/><Relationship Id="rId4" Type="http://schemas.openxmlformats.org/officeDocument/2006/relationships/tags" Target="../tags/tag5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4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7" Type="http://schemas.openxmlformats.org/officeDocument/2006/relationships/slideMaster" Target="../slideMasters/slideMaster7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slideMaster" Target="../slideMasters/slideMaster7.xml"/><Relationship Id="rId5" Type="http://schemas.openxmlformats.org/officeDocument/2006/relationships/tags" Target="../tags/tag66.xml"/><Relationship Id="rId4" Type="http://schemas.openxmlformats.org/officeDocument/2006/relationships/tags" Target="../tags/tag65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slideMaster" Target="../slideMasters/slideMaster7.xml"/><Relationship Id="rId4" Type="http://schemas.openxmlformats.org/officeDocument/2006/relationships/tags" Target="../tags/tag70.xml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9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7" Type="http://schemas.openxmlformats.org/officeDocument/2006/relationships/slideMaster" Target="../slideMasters/slideMaster7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7.xml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10" Type="http://schemas.openxmlformats.org/officeDocument/2006/relationships/slideMaster" Target="../slideMasters/slideMaster7.xml"/><Relationship Id="rId4" Type="http://schemas.openxmlformats.org/officeDocument/2006/relationships/tags" Target="../tags/tag95.xml"/><Relationship Id="rId9" Type="http://schemas.openxmlformats.org/officeDocument/2006/relationships/tags" Target="../tags/tag100.xml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tags" Target="../tags/tag108.xml"/><Relationship Id="rId3" Type="http://schemas.openxmlformats.org/officeDocument/2006/relationships/tags" Target="../tags/tag103.xml"/><Relationship Id="rId7" Type="http://schemas.openxmlformats.org/officeDocument/2006/relationships/tags" Target="../tags/tag107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10" Type="http://schemas.openxmlformats.org/officeDocument/2006/relationships/slideMaster" Target="../slideMasters/slideMaster7.xml"/><Relationship Id="rId4" Type="http://schemas.openxmlformats.org/officeDocument/2006/relationships/tags" Target="../tags/tag104.xml"/><Relationship Id="rId9" Type="http://schemas.openxmlformats.org/officeDocument/2006/relationships/tags" Target="../tags/tag109.xml"/></Relationships>
</file>

<file path=ppt/slideLayouts/_rels/slideLayout67.xml.rels><?xml version="1.0" encoding="UTF-8" standalone="yes"?>
<Relationships xmlns="http://schemas.openxmlformats.org/package/2006/relationships"><Relationship Id="rId8" Type="http://schemas.openxmlformats.org/officeDocument/2006/relationships/tags" Target="../tags/tag117.xml"/><Relationship Id="rId3" Type="http://schemas.openxmlformats.org/officeDocument/2006/relationships/tags" Target="../tags/tag112.xml"/><Relationship Id="rId7" Type="http://schemas.openxmlformats.org/officeDocument/2006/relationships/tags" Target="../tags/tag116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9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8" Type="http://schemas.openxmlformats.org/officeDocument/2006/relationships/tags" Target="../tags/tag125.xml"/><Relationship Id="rId3" Type="http://schemas.openxmlformats.org/officeDocument/2006/relationships/tags" Target="../tags/tag120.xml"/><Relationship Id="rId7" Type="http://schemas.openxmlformats.org/officeDocument/2006/relationships/tags" Target="../tags/tag124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10" Type="http://schemas.openxmlformats.org/officeDocument/2006/relationships/slideMaster" Target="../slideMasters/slideMaster7.xml"/><Relationship Id="rId4" Type="http://schemas.openxmlformats.org/officeDocument/2006/relationships/tags" Target="../tags/tag121.xml"/><Relationship Id="rId9" Type="http://schemas.openxmlformats.org/officeDocument/2006/relationships/tags" Target="../tags/tag12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7" Type="http://schemas.openxmlformats.org/officeDocument/2006/relationships/slideMaster" Target="../slideMasters/slideMaster7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-</a:t>
            </a:r>
            <a:fld id="{ADB768AF-D19D-4B19-B140-7DF97929A9A1}" type="slidenum">
              <a:rPr lang="en-US" altLang="zh-CN"/>
              <a:t>‹#›</a:t>
            </a:fld>
            <a:r>
              <a:rPr lang="en-US" altLang="zh-CN"/>
              <a:t>-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381" y="980728"/>
            <a:ext cx="10957984" cy="5040312"/>
          </a:xfrm>
        </p:spPr>
        <p:txBody>
          <a:bodyPr/>
          <a:lstStyle>
            <a:lvl1pPr marL="342900" indent="-3429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n"/>
              <a:defRPr sz="2400">
                <a:latin typeface="+mn-ea"/>
                <a:ea typeface="+mn-ea"/>
              </a:defRPr>
            </a:lvl1pPr>
            <a:lvl2pPr marL="812800" indent="-3556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p"/>
              <a:defRPr sz="2000">
                <a:solidFill>
                  <a:srgbClr val="C00000"/>
                </a:solidFill>
                <a:latin typeface="+mn-ea"/>
                <a:ea typeface="+mn-ea"/>
              </a:defRPr>
            </a:lvl2pPr>
            <a:lvl3pPr marL="1143000" indent="-2286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u"/>
              <a:defRPr sz="2000">
                <a:latin typeface="+mn-ea"/>
                <a:ea typeface="+mn-ea"/>
              </a:defRPr>
            </a:lvl3pPr>
            <a:lvl4pPr>
              <a:lnSpc>
                <a:spcPct val="120000"/>
              </a:lnSpc>
              <a:defRPr sz="1600">
                <a:latin typeface="+mn-ea"/>
                <a:ea typeface="+mn-ea"/>
              </a:defRPr>
            </a:lvl4pPr>
            <a:lvl5pPr>
              <a:lnSpc>
                <a:spcPct val="120000"/>
              </a:lnSpc>
              <a:defRPr sz="16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 -</a:t>
            </a:r>
            <a:fld id="{7DB7D154-6577-432F-8144-43C687260925}" type="slidenum">
              <a:rPr lang="en-US" altLang="zh-CN" smtClean="0"/>
              <a:t>‹#›</a:t>
            </a:fld>
            <a:r>
              <a:rPr lang="en-US" altLang="zh-CN"/>
              <a:t>-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</a:t>
            </a:r>
            <a:r>
              <a:rPr lang="zh-CN" altLang="en-US" dirty="0"/>
              <a:t>此处编辑母版标题样式</a:t>
            </a: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27381" y="1052984"/>
            <a:ext cx="5472608" cy="5040312"/>
          </a:xfrm>
        </p:spPr>
        <p:txBody>
          <a:bodyPr/>
          <a:lstStyle>
            <a:lvl1pPr marL="342900" indent="-3429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n"/>
              <a:defRPr sz="2400">
                <a:latin typeface="+mn-ea"/>
                <a:ea typeface="+mn-ea"/>
              </a:defRPr>
            </a:lvl1pPr>
            <a:lvl2pPr marL="812800" indent="-3556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p"/>
              <a:defRPr sz="2000">
                <a:solidFill>
                  <a:srgbClr val="C00000"/>
                </a:solidFill>
                <a:latin typeface="+mn-ea"/>
                <a:ea typeface="+mn-ea"/>
              </a:defRPr>
            </a:lvl2pPr>
            <a:lvl3pPr marL="1143000" indent="-2286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u"/>
              <a:defRPr sz="2000">
                <a:latin typeface="+mn-ea"/>
                <a:ea typeface="+mn-ea"/>
              </a:defRPr>
            </a:lvl3pPr>
            <a:lvl4pPr>
              <a:lnSpc>
                <a:spcPct val="120000"/>
              </a:lnSpc>
              <a:defRPr sz="1600">
                <a:latin typeface="+mn-ea"/>
                <a:ea typeface="+mn-ea"/>
              </a:defRPr>
            </a:lvl4pPr>
            <a:lvl5pPr>
              <a:lnSpc>
                <a:spcPct val="120000"/>
              </a:lnSpc>
              <a:defRPr sz="16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1"/>
          </p:nvPr>
        </p:nvSpPr>
        <p:spPr>
          <a:xfrm>
            <a:off x="6288021" y="1052984"/>
            <a:ext cx="5472608" cy="5040312"/>
          </a:xfrm>
        </p:spPr>
        <p:txBody>
          <a:bodyPr/>
          <a:lstStyle>
            <a:lvl1pPr marL="342900" indent="-3429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n"/>
              <a:defRPr sz="2400">
                <a:latin typeface="+mn-ea"/>
                <a:ea typeface="+mn-ea"/>
              </a:defRPr>
            </a:lvl1pPr>
            <a:lvl2pPr marL="812800" indent="-3556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p"/>
              <a:defRPr sz="2000">
                <a:solidFill>
                  <a:srgbClr val="C00000"/>
                </a:solidFill>
                <a:latin typeface="+mn-ea"/>
                <a:ea typeface="+mn-ea"/>
              </a:defRPr>
            </a:lvl2pPr>
            <a:lvl3pPr marL="1143000" indent="-2286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u"/>
              <a:defRPr sz="2000">
                <a:latin typeface="+mn-ea"/>
                <a:ea typeface="+mn-ea"/>
              </a:defRPr>
            </a:lvl3pPr>
            <a:lvl4pPr>
              <a:lnSpc>
                <a:spcPct val="120000"/>
              </a:lnSpc>
              <a:defRPr sz="1600">
                <a:latin typeface="+mn-ea"/>
                <a:ea typeface="+mn-ea"/>
              </a:defRPr>
            </a:lvl4pPr>
            <a:lvl5pPr>
              <a:lnSpc>
                <a:spcPct val="120000"/>
              </a:lnSpc>
              <a:defRPr sz="16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 -</a:t>
            </a:r>
            <a:fld id="{5F521C08-B429-4574-BE91-8CD5A8D82BBE}" type="slidenum">
              <a:rPr lang="en-US" altLang="zh-CN" smtClean="0"/>
              <a:t>‹#›</a:t>
            </a:fld>
            <a:r>
              <a:rPr lang="en-US" altLang="zh-CN"/>
              <a:t>- 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"/>
          <p:cNvGrpSpPr/>
          <p:nvPr userDrawn="1"/>
        </p:nvGrpSpPr>
        <p:grpSpPr bwMode="auto">
          <a:xfrm>
            <a:off x="0" y="1"/>
            <a:ext cx="12192000" cy="836613"/>
            <a:chOff x="0" y="0"/>
            <a:chExt cx="9144000" cy="836613"/>
          </a:xfrm>
        </p:grpSpPr>
        <p:pic>
          <p:nvPicPr>
            <p:cNvPr id="4" name="Picture 2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0"/>
              <a:ext cx="9144000" cy="836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glow rad="127000">
                <a:schemeClr val="bg1">
                  <a:alpha val="38000"/>
                </a:schemeClr>
              </a:glow>
            </a:effectLst>
          </p:spPr>
        </p:pic>
        <p:pic>
          <p:nvPicPr>
            <p:cNvPr id="5" name="Picture 8"/>
            <p:cNvPicPr>
              <a:picLocks noChangeAspect="1" noChangeArrowheads="1"/>
            </p:cNvPicPr>
            <p:nvPr userDrawn="1"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69584" y="504510"/>
              <a:ext cx="1144067" cy="2439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0" y="800100"/>
            <a:ext cx="12192000" cy="698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>
              <a:defRPr/>
            </a:pPr>
            <a:endParaRPr lang="zh-CN" altLang="en-US" sz="1800" i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 bwMode="auto">
          <a:xfrm>
            <a:off x="0" y="1"/>
            <a:ext cx="12192000" cy="836613"/>
            <a:chOff x="0" y="0"/>
            <a:chExt cx="9144000" cy="836613"/>
          </a:xfrm>
        </p:grpSpPr>
        <p:pic>
          <p:nvPicPr>
            <p:cNvPr id="3" name="Picture 2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0"/>
              <a:ext cx="9144000" cy="836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glow rad="127000">
                <a:schemeClr val="bg1">
                  <a:alpha val="38000"/>
                </a:schemeClr>
              </a:glow>
            </a:effectLst>
          </p:spPr>
        </p:pic>
        <p:pic>
          <p:nvPicPr>
            <p:cNvPr id="4" name="Picture 8"/>
            <p:cNvPicPr>
              <a:picLocks noChangeAspect="1" noChangeArrowheads="1"/>
            </p:cNvPicPr>
            <p:nvPr userDrawn="1"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69584" y="504510"/>
              <a:ext cx="1144067" cy="2439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5" name="Rectangle 14"/>
          <p:cNvSpPr>
            <a:spLocks noChangeArrowheads="1"/>
          </p:cNvSpPr>
          <p:nvPr/>
        </p:nvSpPr>
        <p:spPr bwMode="auto">
          <a:xfrm>
            <a:off x="0" y="800100"/>
            <a:ext cx="12192000" cy="698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>
              <a:defRPr/>
            </a:pPr>
            <a:endParaRPr lang="zh-CN" altLang="en-US" sz="1800" i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3951" y="6023137"/>
            <a:ext cx="12192000" cy="8366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>
            <a:glow rad="127000">
              <a:schemeClr val="bg1">
                <a:alpha val="38000"/>
              </a:schemeClr>
            </a:glow>
          </a:effectLst>
        </p:spPr>
      </p:pic>
      <p:sp>
        <p:nvSpPr>
          <p:cNvPr id="9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223500" y="6237288"/>
            <a:ext cx="1354667" cy="476250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07A58F-92FA-4C20-BF32-9E303ED892C9}" type="slidenum">
              <a:rPr lang="en-US" altLang="zh-CN" smtClean="0">
                <a:latin typeface="Arial" panose="020B0704020202020204" pitchFamily="34" charset="0"/>
              </a:rPr>
              <a:t>‹#›</a:t>
            </a:fld>
            <a:endParaRPr lang="en-US" altLang="zh-CN">
              <a:latin typeface="Arial" panose="020B07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"/>
          <p:cNvGrpSpPr/>
          <p:nvPr userDrawn="1"/>
        </p:nvGrpSpPr>
        <p:grpSpPr bwMode="auto">
          <a:xfrm>
            <a:off x="0" y="1"/>
            <a:ext cx="12192000" cy="836613"/>
            <a:chOff x="0" y="0"/>
            <a:chExt cx="9144000" cy="836613"/>
          </a:xfrm>
        </p:grpSpPr>
        <p:pic>
          <p:nvPicPr>
            <p:cNvPr id="4" name="Picture 2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0"/>
              <a:ext cx="9144000" cy="836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glow rad="127000">
                <a:schemeClr val="bg1">
                  <a:alpha val="38000"/>
                </a:schemeClr>
              </a:glow>
            </a:effectLst>
          </p:spPr>
        </p:pic>
        <p:pic>
          <p:nvPicPr>
            <p:cNvPr id="5" name="Picture 8"/>
            <p:cNvPicPr>
              <a:picLocks noChangeAspect="1" noChangeArrowheads="1"/>
            </p:cNvPicPr>
            <p:nvPr userDrawn="1"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69584" y="504510"/>
              <a:ext cx="1144067" cy="2439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0" y="800100"/>
            <a:ext cx="12192000" cy="698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>
              <a:defRPr/>
            </a:pPr>
            <a:endParaRPr lang="zh-CN" altLang="en-US" sz="1800" i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14313"/>
            <a:ext cx="10972800" cy="58785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矩形 1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24417" y="6524625"/>
            <a:ext cx="1919816" cy="196850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 altLang="zh-CN"/>
              <a:t>Page </a:t>
            </a:r>
            <a:r>
              <a:rPr lang="de-DE" altLang="zh-CN">
                <a:sym typeface="MS UI Gothic" panose="020B0600070205080204" pitchFamily="34" charset="-128"/>
              </a:rPr>
              <a:t></a:t>
            </a:r>
            <a:r>
              <a:rPr lang="de-DE" altLang="zh-CN"/>
              <a:t> </a:t>
            </a:r>
            <a:fld id="{ADB7D70D-7DF3-4918-ACB7-161C21D1246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"/>
          <p:cNvGrpSpPr/>
          <p:nvPr userDrawn="1"/>
        </p:nvGrpSpPr>
        <p:grpSpPr bwMode="auto">
          <a:xfrm>
            <a:off x="0" y="1"/>
            <a:ext cx="12192000" cy="836613"/>
            <a:chOff x="0" y="0"/>
            <a:chExt cx="9144000" cy="836613"/>
          </a:xfrm>
        </p:grpSpPr>
        <p:pic>
          <p:nvPicPr>
            <p:cNvPr id="6" name="Picture 2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0"/>
              <a:ext cx="9144000" cy="836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glow rad="127000">
                <a:schemeClr val="bg1">
                  <a:alpha val="38000"/>
                </a:schemeClr>
              </a:glow>
            </a:effectLst>
          </p:spPr>
        </p:pic>
        <p:pic>
          <p:nvPicPr>
            <p:cNvPr id="7" name="Picture 8"/>
            <p:cNvPicPr>
              <a:picLocks noChangeAspect="1" noChangeArrowheads="1"/>
            </p:cNvPicPr>
            <p:nvPr userDrawn="1"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69584" y="504510"/>
              <a:ext cx="1144067" cy="2439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0" y="800100"/>
            <a:ext cx="12192000" cy="698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>
              <a:defRPr/>
            </a:pPr>
            <a:endParaRPr lang="zh-CN" altLang="en-US" sz="1800" i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0" y="6248400"/>
            <a:ext cx="2641600" cy="47625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Arial" panose="020B07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7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11200" y="6153150"/>
            <a:ext cx="3657600" cy="476250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zh-CN" altLang="en-US"/>
              <a:t>计算机组成原理  </a:t>
            </a:r>
            <a:r>
              <a:rPr lang="en-US" altLang="zh-CN"/>
              <a:t>Slide</a:t>
            </a:r>
            <a:r>
              <a:rPr lang="en-US" altLang="zh-CN" sz="1200"/>
              <a:t> </a:t>
            </a:r>
            <a:fld id="{FD3FAE62-0744-4188-868F-C5ADF094D286}" type="slidenum">
              <a:rPr lang="en-US" altLang="zh-CN" sz="1200">
                <a:solidFill>
                  <a:schemeClr val="accent2"/>
                </a:solidFill>
              </a:rPr>
              <a:t>‹#›</a:t>
            </a:fld>
            <a:r>
              <a:rPr lang="en-US" altLang="zh-CN" sz="1200"/>
              <a:t> 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xAndClipArt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"/>
          <p:cNvGrpSpPr/>
          <p:nvPr userDrawn="1"/>
        </p:nvGrpSpPr>
        <p:grpSpPr bwMode="auto">
          <a:xfrm>
            <a:off x="0" y="1"/>
            <a:ext cx="12192000" cy="836613"/>
            <a:chOff x="0" y="0"/>
            <a:chExt cx="9144000" cy="836613"/>
          </a:xfrm>
        </p:grpSpPr>
        <p:pic>
          <p:nvPicPr>
            <p:cNvPr id="6" name="Picture 2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0"/>
              <a:ext cx="9144000" cy="836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glow rad="127000">
                <a:schemeClr val="bg1">
                  <a:alpha val="38000"/>
                </a:schemeClr>
              </a:glow>
            </a:effectLst>
          </p:spPr>
        </p:pic>
        <p:pic>
          <p:nvPicPr>
            <p:cNvPr id="7" name="Picture 8"/>
            <p:cNvPicPr>
              <a:picLocks noChangeAspect="1" noChangeArrowheads="1"/>
            </p:cNvPicPr>
            <p:nvPr userDrawn="1"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69584" y="504510"/>
              <a:ext cx="1144067" cy="2439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0" y="800100"/>
            <a:ext cx="12192000" cy="698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>
              <a:defRPr/>
            </a:pPr>
            <a:endParaRPr lang="zh-CN" altLang="en-US" sz="1800" i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0" y="6248400"/>
            <a:ext cx="2641600" cy="47625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Arial" panose="020B07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xOverObj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"/>
          <p:cNvGrpSpPr/>
          <p:nvPr userDrawn="1"/>
        </p:nvGrpSpPr>
        <p:grpSpPr bwMode="auto">
          <a:xfrm>
            <a:off x="0" y="1"/>
            <a:ext cx="12192000" cy="836613"/>
            <a:chOff x="0" y="0"/>
            <a:chExt cx="9144000" cy="836613"/>
          </a:xfrm>
        </p:grpSpPr>
        <p:pic>
          <p:nvPicPr>
            <p:cNvPr id="6" name="Picture 2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0"/>
              <a:ext cx="9144000" cy="836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glow rad="127000">
                <a:schemeClr val="bg1">
                  <a:alpha val="38000"/>
                </a:schemeClr>
              </a:glow>
            </a:effectLst>
          </p:spPr>
        </p:pic>
        <p:pic>
          <p:nvPicPr>
            <p:cNvPr id="7" name="Picture 8"/>
            <p:cNvPicPr>
              <a:picLocks noChangeAspect="1" noChangeArrowheads="1"/>
            </p:cNvPicPr>
            <p:nvPr userDrawn="1"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69584" y="504510"/>
              <a:ext cx="1144067" cy="2439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0" y="800100"/>
            <a:ext cx="12192000" cy="698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>
              <a:defRPr/>
            </a:pPr>
            <a:endParaRPr lang="zh-CN" altLang="en-US" sz="1800" i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55651" y="1752600"/>
            <a:ext cx="106680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55651" y="3962400"/>
            <a:ext cx="106680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0" y="6248400"/>
            <a:ext cx="2641600" cy="47625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Arial" panose="020B07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chart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1"/>
          <p:cNvGrpSpPr/>
          <p:nvPr userDrawn="1"/>
        </p:nvGrpSpPr>
        <p:grpSpPr bwMode="auto">
          <a:xfrm>
            <a:off x="0" y="1"/>
            <a:ext cx="12192000" cy="836613"/>
            <a:chOff x="0" y="0"/>
            <a:chExt cx="9144000" cy="836613"/>
          </a:xfrm>
        </p:grpSpPr>
        <p:pic>
          <p:nvPicPr>
            <p:cNvPr id="5" name="Picture 2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0"/>
              <a:ext cx="9144000" cy="836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glow rad="127000">
                <a:schemeClr val="bg1">
                  <a:alpha val="38000"/>
                </a:schemeClr>
              </a:glow>
            </a:effectLst>
          </p:spPr>
        </p:pic>
        <p:pic>
          <p:nvPicPr>
            <p:cNvPr id="6" name="Picture 8"/>
            <p:cNvPicPr>
              <a:picLocks noChangeAspect="1" noChangeArrowheads="1"/>
            </p:cNvPicPr>
            <p:nvPr userDrawn="1"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69584" y="504510"/>
              <a:ext cx="1144067" cy="2439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0" y="800100"/>
            <a:ext cx="12192000" cy="698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>
              <a:defRPr/>
            </a:pPr>
            <a:endParaRPr lang="zh-CN" altLang="en-US" sz="1800" i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755651" y="1752600"/>
            <a:ext cx="10668000" cy="4267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0" y="6248400"/>
            <a:ext cx="2641600" cy="47625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Arial" panose="020B07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0416480" y="6337126"/>
            <a:ext cx="1353344" cy="476250"/>
          </a:xfrm>
        </p:spPr>
        <p:txBody>
          <a:bodyPr/>
          <a:lstStyle/>
          <a:p>
            <a:pPr>
              <a:defRPr/>
            </a:pPr>
            <a:r>
              <a:rPr lang="en-US" altLang="zh-CN" sz="140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t>‹#›</a:t>
            </a:fld>
            <a:r>
              <a:rPr lang="en-US" altLang="zh-CN" sz="1400">
                <a:solidFill>
                  <a:srgbClr val="0D7157"/>
                </a:solidFill>
              </a:rPr>
              <a:t>- </a:t>
            </a:r>
            <a:endParaRPr lang="en-US" altLang="zh-CN" sz="1400" dirty="0">
              <a:solidFill>
                <a:srgbClr val="0D7157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381" y="214313"/>
            <a:ext cx="10972800" cy="582612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381" y="980728"/>
            <a:ext cx="10957984" cy="5040312"/>
          </a:xfrm>
        </p:spPr>
        <p:txBody>
          <a:bodyPr/>
          <a:lstStyle>
            <a:lvl1pPr marL="342900" indent="-3429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n"/>
              <a:defRPr sz="2400">
                <a:latin typeface="+mn-ea"/>
                <a:ea typeface="+mn-ea"/>
              </a:defRPr>
            </a:lvl1pPr>
            <a:lvl2pPr marL="812800" indent="-3556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p"/>
              <a:defRPr sz="2000">
                <a:solidFill>
                  <a:srgbClr val="C00000"/>
                </a:solidFill>
                <a:latin typeface="+mn-ea"/>
                <a:ea typeface="+mn-ea"/>
              </a:defRPr>
            </a:lvl2pPr>
            <a:lvl3pPr marL="1143000" indent="-2286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u"/>
              <a:defRPr sz="2000">
                <a:latin typeface="+mn-ea"/>
                <a:ea typeface="+mn-ea"/>
              </a:defRPr>
            </a:lvl3pPr>
            <a:lvl4pPr>
              <a:lnSpc>
                <a:spcPct val="120000"/>
              </a:lnSpc>
              <a:defRPr sz="1600">
                <a:latin typeface="+mn-ea"/>
                <a:ea typeface="+mn-ea"/>
              </a:defRPr>
            </a:lvl4pPr>
            <a:lvl5pPr>
              <a:lnSpc>
                <a:spcPct val="120000"/>
              </a:lnSpc>
              <a:defRPr sz="16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0416480" y="6337126"/>
            <a:ext cx="1353344" cy="476250"/>
          </a:xfrm>
        </p:spPr>
        <p:txBody>
          <a:bodyPr/>
          <a:lstStyle/>
          <a:p>
            <a:pPr>
              <a:defRPr/>
            </a:pPr>
            <a:r>
              <a:rPr lang="en-US" altLang="zh-CN" sz="140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t>‹#›</a:t>
            </a:fld>
            <a:r>
              <a:rPr lang="en-US" altLang="zh-CN" sz="1400">
                <a:solidFill>
                  <a:srgbClr val="0D7157"/>
                </a:solidFill>
              </a:rPr>
              <a:t>- </a:t>
            </a:r>
            <a:endParaRPr lang="en-US" altLang="zh-CN" sz="1400" dirty="0">
              <a:solidFill>
                <a:srgbClr val="0D715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</a:t>
            </a:r>
            <a:r>
              <a:rPr lang="zh-CN" altLang="en-US" dirty="0"/>
              <a:t>此处编辑母版标题样式</a:t>
            </a: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27381" y="1052984"/>
            <a:ext cx="5472608" cy="5040312"/>
          </a:xfrm>
        </p:spPr>
        <p:txBody>
          <a:bodyPr/>
          <a:lstStyle>
            <a:lvl1pPr marL="342900" indent="-3429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n"/>
              <a:defRPr sz="2400">
                <a:latin typeface="+mn-ea"/>
                <a:ea typeface="+mn-ea"/>
              </a:defRPr>
            </a:lvl1pPr>
            <a:lvl2pPr marL="812800" indent="-3556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p"/>
              <a:defRPr sz="2000">
                <a:solidFill>
                  <a:srgbClr val="C00000"/>
                </a:solidFill>
                <a:latin typeface="+mn-ea"/>
                <a:ea typeface="+mn-ea"/>
              </a:defRPr>
            </a:lvl2pPr>
            <a:lvl3pPr marL="1143000" indent="-2286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u"/>
              <a:defRPr sz="2000">
                <a:latin typeface="+mn-ea"/>
                <a:ea typeface="+mn-ea"/>
              </a:defRPr>
            </a:lvl3pPr>
            <a:lvl4pPr>
              <a:lnSpc>
                <a:spcPct val="120000"/>
              </a:lnSpc>
              <a:defRPr sz="1600">
                <a:latin typeface="+mn-ea"/>
                <a:ea typeface="+mn-ea"/>
              </a:defRPr>
            </a:lvl4pPr>
            <a:lvl5pPr>
              <a:lnSpc>
                <a:spcPct val="120000"/>
              </a:lnSpc>
              <a:defRPr sz="16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1"/>
          </p:nvPr>
        </p:nvSpPr>
        <p:spPr>
          <a:xfrm>
            <a:off x="6288021" y="1052984"/>
            <a:ext cx="5472608" cy="5040312"/>
          </a:xfrm>
        </p:spPr>
        <p:txBody>
          <a:bodyPr/>
          <a:lstStyle>
            <a:lvl1pPr marL="342900" indent="-3429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n"/>
              <a:defRPr sz="2400">
                <a:latin typeface="+mn-ea"/>
                <a:ea typeface="+mn-ea"/>
              </a:defRPr>
            </a:lvl1pPr>
            <a:lvl2pPr marL="812800" indent="-3556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p"/>
              <a:defRPr sz="2000">
                <a:solidFill>
                  <a:srgbClr val="C00000"/>
                </a:solidFill>
                <a:latin typeface="+mn-ea"/>
                <a:ea typeface="+mn-ea"/>
              </a:defRPr>
            </a:lvl2pPr>
            <a:lvl3pPr marL="1143000" indent="-2286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u"/>
              <a:defRPr sz="2000">
                <a:latin typeface="+mn-ea"/>
                <a:ea typeface="+mn-ea"/>
              </a:defRPr>
            </a:lvl3pPr>
            <a:lvl4pPr>
              <a:lnSpc>
                <a:spcPct val="120000"/>
              </a:lnSpc>
              <a:defRPr sz="1600">
                <a:latin typeface="+mn-ea"/>
                <a:ea typeface="+mn-ea"/>
              </a:defRPr>
            </a:lvl4pPr>
            <a:lvl5pPr>
              <a:lnSpc>
                <a:spcPct val="120000"/>
              </a:lnSpc>
              <a:defRPr sz="16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0224459" y="6237312"/>
            <a:ext cx="1353344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 sz="1400" dirty="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dirty="0" smtClean="0">
                <a:solidFill>
                  <a:srgbClr val="0D7157"/>
                </a:solidFill>
              </a:rPr>
              <a:t>‹#›</a:t>
            </a:fld>
            <a:r>
              <a:rPr lang="en-US" altLang="zh-CN" sz="1400" dirty="0">
                <a:solidFill>
                  <a:srgbClr val="0D7157"/>
                </a:solidFill>
              </a:rPr>
              <a:t>-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6565" y="116632"/>
            <a:ext cx="10668000" cy="6480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527381" y="980728"/>
            <a:ext cx="10957984" cy="2232248"/>
          </a:xfrm>
        </p:spPr>
        <p:txBody>
          <a:bodyPr/>
          <a:lstStyle>
            <a:lvl1pPr marL="342900" indent="-3429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n"/>
              <a:defRPr sz="2400">
                <a:latin typeface="+mn-ea"/>
                <a:ea typeface="+mn-ea"/>
              </a:defRPr>
            </a:lvl1pPr>
            <a:lvl2pPr marL="812800" indent="-3556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p"/>
              <a:defRPr sz="2000">
                <a:solidFill>
                  <a:srgbClr val="C00000"/>
                </a:solidFill>
                <a:latin typeface="+mn-ea"/>
                <a:ea typeface="+mn-ea"/>
              </a:defRPr>
            </a:lvl2pPr>
            <a:lvl3pPr marL="1143000" indent="-2286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u"/>
              <a:defRPr sz="2000">
                <a:latin typeface="+mn-ea"/>
                <a:ea typeface="+mn-ea"/>
              </a:defRPr>
            </a:lvl3pPr>
            <a:lvl4pPr>
              <a:lnSpc>
                <a:spcPct val="120000"/>
              </a:lnSpc>
              <a:defRPr sz="1600">
                <a:latin typeface="+mn-ea"/>
                <a:ea typeface="+mn-ea"/>
              </a:defRPr>
            </a:lvl4pPr>
            <a:lvl5pPr>
              <a:lnSpc>
                <a:spcPct val="120000"/>
              </a:lnSpc>
              <a:defRPr sz="16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内容占位符 2"/>
          <p:cNvSpPr>
            <a:spLocks noGrp="1"/>
          </p:cNvSpPr>
          <p:nvPr>
            <p:ph idx="10"/>
          </p:nvPr>
        </p:nvSpPr>
        <p:spPr>
          <a:xfrm>
            <a:off x="527381" y="3429000"/>
            <a:ext cx="10957984" cy="2232248"/>
          </a:xfrm>
        </p:spPr>
        <p:txBody>
          <a:bodyPr/>
          <a:lstStyle>
            <a:lvl1pPr marL="342900" indent="-3429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n"/>
              <a:defRPr sz="2400">
                <a:latin typeface="+mn-ea"/>
                <a:ea typeface="+mn-ea"/>
              </a:defRPr>
            </a:lvl1pPr>
            <a:lvl2pPr marL="812800" indent="-3556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p"/>
              <a:defRPr sz="2000">
                <a:solidFill>
                  <a:srgbClr val="C00000"/>
                </a:solidFill>
                <a:latin typeface="+mn-ea"/>
                <a:ea typeface="+mn-ea"/>
              </a:defRPr>
            </a:lvl2pPr>
            <a:lvl3pPr marL="1143000" indent="-2286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u"/>
              <a:defRPr sz="2000">
                <a:latin typeface="+mn-ea"/>
                <a:ea typeface="+mn-ea"/>
              </a:defRPr>
            </a:lvl3pPr>
            <a:lvl4pPr>
              <a:lnSpc>
                <a:spcPct val="120000"/>
              </a:lnSpc>
              <a:defRPr sz="1600">
                <a:latin typeface="+mn-ea"/>
                <a:ea typeface="+mn-ea"/>
              </a:defRPr>
            </a:lvl4pPr>
            <a:lvl5pPr>
              <a:lnSpc>
                <a:spcPct val="120000"/>
              </a:lnSpc>
              <a:defRPr sz="16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0416480" y="6337126"/>
            <a:ext cx="1353344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 sz="140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t>‹#›</a:t>
            </a:fld>
            <a:r>
              <a:rPr lang="en-US" altLang="zh-CN" sz="1400">
                <a:solidFill>
                  <a:srgbClr val="0D7157"/>
                </a:solidFill>
              </a:rPr>
              <a:t>- </a:t>
            </a:r>
            <a:endParaRPr lang="en-US" altLang="zh-CN" sz="1400" dirty="0">
              <a:solidFill>
                <a:srgbClr val="0D715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 userDrawn="1"/>
        </p:nvPicPr>
        <p:blipFill rotWithShape="1">
          <a:blip r:embed="rId2"/>
          <a:srcRect l="2404" t="-5367" r="14962" b="24558"/>
          <a:stretch>
            <a:fillRect/>
          </a:stretch>
        </p:blipFill>
        <p:spPr>
          <a:xfrm rot="16200000" flipH="1">
            <a:off x="7369494" y="2035492"/>
            <a:ext cx="6857998" cy="2787017"/>
          </a:xfrm>
          <a:prstGeom prst="rect">
            <a:avLst/>
          </a:prstGeom>
        </p:spPr>
      </p:pic>
      <p:pic>
        <p:nvPicPr>
          <p:cNvPr id="4" name="图形 3"/>
          <p:cNvPicPr>
            <a:picLocks noChangeAspect="1"/>
          </p:cNvPicPr>
          <p:nvPr userDrawn="1"/>
        </p:nvPicPr>
        <p:blipFill rotWithShape="1">
          <a:blip r:embed="rId2"/>
          <a:srcRect l="2404" r="33315" b="46267"/>
          <a:stretch>
            <a:fillRect/>
          </a:stretch>
        </p:blipFill>
        <p:spPr>
          <a:xfrm rot="5400000" flipH="1">
            <a:off x="-1108285" y="1108283"/>
            <a:ext cx="3396401" cy="117983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"/>
            <a:ext cx="12192000" cy="6857841"/>
          </a:xfrm>
          <a:prstGeom prst="rect">
            <a:avLst/>
          </a:prstGeom>
        </p:spPr>
      </p:pic>
      <p:pic>
        <p:nvPicPr>
          <p:cNvPr id="10" name="图片 9" descr="图片包含 屏幕截图&#10;&#10;已生成高可信度的说明"/>
          <p:cNvPicPr>
            <a:picLocks noChangeAspect="1"/>
          </p:cNvPicPr>
          <p:nvPr userDrawn="1"/>
        </p:nvPicPr>
        <p:blipFill rotWithShape="1"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46"/>
          <a:stretch>
            <a:fillRect/>
          </a:stretch>
        </p:blipFill>
        <p:spPr>
          <a:xfrm rot="5400000" flipH="1">
            <a:off x="6586760" y="1273196"/>
            <a:ext cx="6857999" cy="4352484"/>
          </a:xfrm>
          <a:prstGeom prst="rect">
            <a:avLst/>
          </a:prstGeom>
        </p:spPr>
      </p:pic>
      <p:pic>
        <p:nvPicPr>
          <p:cNvPr id="11" name="图片 10" descr="图片包含 屏幕截图&#10;&#10;已生成高可信度的说明"/>
          <p:cNvPicPr>
            <a:picLocks noChangeAspect="1"/>
          </p:cNvPicPr>
          <p:nvPr userDrawn="1"/>
        </p:nvPicPr>
        <p:blipFill rotWithShape="1"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2" r="26146" b="66609"/>
          <a:stretch>
            <a:fillRect/>
          </a:stretch>
        </p:blipFill>
        <p:spPr>
          <a:xfrm rot="16200000" flipH="1">
            <a:off x="-2770703" y="2770706"/>
            <a:ext cx="6857999" cy="13165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847" y="6774"/>
            <a:ext cx="12203853" cy="6852073"/>
          </a:xfrm>
          <a:prstGeom prst="rect">
            <a:avLst/>
          </a:prstGeom>
          <a:gradFill>
            <a:gsLst>
              <a:gs pos="0">
                <a:srgbClr val="2E4E7E"/>
              </a:gs>
              <a:gs pos="100000">
                <a:srgbClr val="1387B7"/>
              </a:gs>
            </a:gsLst>
            <a:lin ang="195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1" name="矩形 10"/>
          <p:cNvSpPr/>
          <p:nvPr userDrawn="1"/>
        </p:nvSpPr>
        <p:spPr>
          <a:xfrm>
            <a:off x="6969651" y="-177967"/>
            <a:ext cx="8488680" cy="8392993"/>
          </a:xfrm>
          <a:prstGeom prst="rect">
            <a:avLst/>
          </a:prstGeom>
          <a:blipFill rotWithShape="1">
            <a:blip r:embed="rId2">
              <a:alphaModFix amt="4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 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-3967229" y="-5606898"/>
            <a:ext cx="8488863" cy="8393131"/>
          </a:xfrm>
          <a:prstGeom prst="rect">
            <a:avLst/>
          </a:prstGeom>
          <a:blipFill rotWithShape="1">
            <a:blip r:embed="rId2">
              <a:alphaModFix amt="2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1693" y="-7620"/>
            <a:ext cx="12187767" cy="68664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1" name="矩形 10"/>
          <p:cNvSpPr/>
          <p:nvPr userDrawn="1"/>
        </p:nvSpPr>
        <p:spPr>
          <a:xfrm>
            <a:off x="6969651" y="-177967"/>
            <a:ext cx="8488680" cy="8392993"/>
          </a:xfrm>
          <a:prstGeom prst="rect">
            <a:avLst/>
          </a:prstGeom>
          <a:blipFill rotWithShape="1">
            <a:blip r:embed="rId2">
              <a:alphaModFix amt="4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 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-3967229" y="-5606898"/>
            <a:ext cx="8488863" cy="8393131"/>
          </a:xfrm>
          <a:prstGeom prst="rect">
            <a:avLst/>
          </a:prstGeom>
          <a:blipFill rotWithShape="1">
            <a:blip r:embed="rId2">
              <a:alphaModFix amt="2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 userDrawn="1"/>
        </p:nvSpPr>
        <p:spPr>
          <a:xfrm>
            <a:off x="15241" y="6689514"/>
            <a:ext cx="12170833" cy="169333"/>
          </a:xfrm>
          <a:prstGeom prst="rect">
            <a:avLst/>
          </a:prstGeom>
          <a:solidFill>
            <a:srgbClr val="1387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" name="矩形 9"/>
          <p:cNvSpPr/>
          <p:nvPr userDrawn="1"/>
        </p:nvSpPr>
        <p:spPr>
          <a:xfrm>
            <a:off x="-1693" y="6689514"/>
            <a:ext cx="758613" cy="169333"/>
          </a:xfrm>
          <a:prstGeom prst="rect">
            <a:avLst/>
          </a:prstGeom>
          <a:solidFill>
            <a:srgbClr val="2E4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6969651" y="-177967"/>
            <a:ext cx="8488680" cy="8392993"/>
          </a:xfrm>
          <a:prstGeom prst="rect">
            <a:avLst/>
          </a:prstGeom>
          <a:blipFill rotWithShape="1">
            <a:blip r:embed="rId2">
              <a:alphaModFix amt="4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 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-3967229" y="-5606898"/>
            <a:ext cx="8488863" cy="8393131"/>
          </a:xfrm>
          <a:prstGeom prst="rect">
            <a:avLst/>
          </a:prstGeom>
          <a:blipFill rotWithShape="1">
            <a:blip r:embed="rId2">
              <a:alphaModFix amt="2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6" name="矩形 5"/>
          <p:cNvSpPr/>
          <p:nvPr userDrawn="1"/>
        </p:nvSpPr>
        <p:spPr>
          <a:xfrm>
            <a:off x="15241" y="6689514"/>
            <a:ext cx="12170833" cy="169333"/>
          </a:xfrm>
          <a:prstGeom prst="rect">
            <a:avLst/>
          </a:prstGeom>
          <a:solidFill>
            <a:srgbClr val="1387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矩形 7"/>
          <p:cNvSpPr/>
          <p:nvPr userDrawn="1"/>
        </p:nvSpPr>
        <p:spPr>
          <a:xfrm>
            <a:off x="-1693" y="6689514"/>
            <a:ext cx="758613" cy="169333"/>
          </a:xfrm>
          <a:prstGeom prst="rect">
            <a:avLst/>
          </a:prstGeom>
          <a:solidFill>
            <a:srgbClr val="2E4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15241" y="6689514"/>
            <a:ext cx="12170833" cy="169333"/>
          </a:xfrm>
          <a:prstGeom prst="rect">
            <a:avLst/>
          </a:prstGeom>
          <a:solidFill>
            <a:srgbClr val="1387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矩形 7"/>
          <p:cNvSpPr/>
          <p:nvPr userDrawn="1"/>
        </p:nvSpPr>
        <p:spPr>
          <a:xfrm>
            <a:off x="-1693" y="6689514"/>
            <a:ext cx="758613" cy="169333"/>
          </a:xfrm>
          <a:prstGeom prst="rect">
            <a:avLst/>
          </a:prstGeom>
          <a:solidFill>
            <a:srgbClr val="2E4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10038"/>
            <a:ext cx="10515600" cy="285323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90266"/>
            <a:ext cx="10515600" cy="15004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DBD5-FF6F-4F1F-AF78-B518D2CD176F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C2A10-E97F-46DF-9873-696D05EB38D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944"/>
            <a:ext cx="5181600" cy="435209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944"/>
            <a:ext cx="5181600" cy="435209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89"/>
            <a:ext cx="10515600" cy="1325795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5267"/>
            <a:ext cx="5157787" cy="8240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6067"/>
            <a:ext cx="5157787" cy="3574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745267"/>
            <a:ext cx="5183188" cy="8240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616067"/>
            <a:ext cx="5183188" cy="3574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DBD5-FF6F-4F1F-AF78-B518D2CD176F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C2A10-E97F-46DF-9873-696D05EB38D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1" y="713797"/>
            <a:ext cx="4681655" cy="142841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2517" y="713798"/>
            <a:ext cx="5711883" cy="54045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835" indent="0">
              <a:buNone/>
              <a:defRPr sz="2000"/>
            </a:lvl7pPr>
            <a:lvl8pPr marL="3201035" indent="0">
              <a:buNone/>
              <a:defRPr sz="2000"/>
            </a:lvl8pPr>
            <a:lvl9pPr marL="3658235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1" y="2314278"/>
            <a:ext cx="4681655" cy="381225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835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2025/12/1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4899" y="365190"/>
            <a:ext cx="908901" cy="5812855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90"/>
            <a:ext cx="9446443" cy="5812855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640"/>
            <a:ext cx="10515600" cy="555994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矩形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/>
              <a:t>Page </a:t>
            </a:r>
            <a:r>
              <a:rPr lang="de-DE" altLang="zh-CN">
                <a:sym typeface="MS UI Gothic" panose="020B0600070205080204" pitchFamily="34" charset="-128"/>
              </a:rPr>
              <a:t></a:t>
            </a:r>
            <a:r>
              <a:rPr lang="de-DE" altLang="zh-CN"/>
              <a:t> </a:t>
            </a:r>
            <a:fld id="{15332486-88F3-4A48-9EC2-66646CFA1BC0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n"/>
              <a:defRPr sz="2400">
                <a:latin typeface="+mn-ea"/>
                <a:ea typeface="+mn-ea"/>
              </a:defRPr>
            </a:lvl1pPr>
            <a:lvl2pPr marL="812800" indent="-3556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p"/>
              <a:defRPr sz="2000">
                <a:latin typeface="+mn-ea"/>
                <a:ea typeface="+mn-ea"/>
              </a:defRPr>
            </a:lvl2pPr>
            <a:lvl3pPr marL="1143000" indent="-2286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u"/>
              <a:defRPr sz="2000">
                <a:latin typeface="+mn-ea"/>
                <a:ea typeface="+mn-ea"/>
              </a:defRPr>
            </a:lvl3pPr>
            <a:lvl4pPr>
              <a:lnSpc>
                <a:spcPct val="120000"/>
              </a:lnSpc>
              <a:defRPr sz="1600">
                <a:latin typeface="+mn-ea"/>
                <a:ea typeface="+mn-ea"/>
              </a:defRPr>
            </a:lvl4pPr>
            <a:lvl5pPr>
              <a:lnSpc>
                <a:spcPct val="120000"/>
              </a:lnSpc>
              <a:defRPr sz="16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矩形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/>
              <a:t>Page </a:t>
            </a:r>
            <a:r>
              <a:rPr lang="de-DE" altLang="zh-CN">
                <a:sym typeface="MS UI Gothic" panose="020B0600070205080204" pitchFamily="34" charset="-128"/>
              </a:rPr>
              <a:t></a:t>
            </a:r>
            <a:r>
              <a:rPr lang="de-DE" altLang="zh-CN"/>
              <a:t> </a:t>
            </a:r>
            <a:fld id="{73571F94-E5E5-4A54-8A06-F305846661D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矩形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/>
              <a:t>Page </a:t>
            </a:r>
            <a:r>
              <a:rPr lang="de-DE" altLang="zh-CN">
                <a:sym typeface="MS UI Gothic" panose="020B0600070205080204" pitchFamily="34" charset="-128"/>
              </a:rPr>
              <a:t></a:t>
            </a:r>
            <a:r>
              <a:rPr lang="de-DE" altLang="zh-CN"/>
              <a:t> </a:t>
            </a:r>
            <a:fld id="{A5C251E5-7CCA-4DA3-AA80-A42DA27621B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052513"/>
            <a:ext cx="5376333" cy="50403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9133" y="1052513"/>
            <a:ext cx="5378451" cy="50403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矩形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/>
              <a:t>Page </a:t>
            </a:r>
            <a:r>
              <a:rPr lang="de-DE" altLang="zh-CN">
                <a:sym typeface="MS UI Gothic" panose="020B0600070205080204" pitchFamily="34" charset="-128"/>
              </a:rPr>
              <a:t></a:t>
            </a:r>
            <a:r>
              <a:rPr lang="de-DE" altLang="zh-CN"/>
              <a:t> </a:t>
            </a:r>
            <a:fld id="{F4039E46-F4C7-49A4-9367-76E34A81F6C1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矩形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/>
              <a:t>Page </a:t>
            </a:r>
            <a:r>
              <a:rPr lang="de-DE" altLang="zh-CN">
                <a:sym typeface="MS UI Gothic" panose="020B0600070205080204" pitchFamily="34" charset="-128"/>
              </a:rPr>
              <a:t></a:t>
            </a:r>
            <a:r>
              <a:rPr lang="de-DE" altLang="zh-CN"/>
              <a:t> </a:t>
            </a:r>
            <a:fld id="{7B85E15E-130D-48C6-81EB-CEA992FB9F7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矩形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/>
              <a:t>Page </a:t>
            </a:r>
            <a:r>
              <a:rPr lang="de-DE" altLang="zh-CN">
                <a:sym typeface="MS UI Gothic" panose="020B0600070205080204" pitchFamily="34" charset="-128"/>
              </a:rPr>
              <a:t></a:t>
            </a:r>
            <a:r>
              <a:rPr lang="de-DE" altLang="zh-CN"/>
              <a:t> </a:t>
            </a:r>
            <a:fld id="{DBD5A7A5-A845-4344-86D1-29C7FA977B68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/>
              <a:t>Page </a:t>
            </a:r>
            <a:r>
              <a:rPr lang="de-DE" altLang="zh-CN">
                <a:sym typeface="MS UI Gothic" panose="020B0600070205080204" pitchFamily="34" charset="-128"/>
              </a:rPr>
              <a:t></a:t>
            </a:r>
            <a:r>
              <a:rPr lang="de-DE" altLang="zh-CN"/>
              <a:t> </a:t>
            </a:r>
            <a:fld id="{7D1B44A1-4939-4887-84BB-7FB130EEC19B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矩形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/>
              <a:t>Page </a:t>
            </a:r>
            <a:r>
              <a:rPr lang="de-DE" altLang="zh-CN">
                <a:sym typeface="MS UI Gothic" panose="020B0600070205080204" pitchFamily="34" charset="-128"/>
              </a:rPr>
              <a:t></a:t>
            </a:r>
            <a:r>
              <a:rPr lang="de-DE" altLang="zh-CN"/>
              <a:t> </a:t>
            </a:r>
            <a:fld id="{29373BB8-A121-4608-AD20-8BEECCC372C4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矩形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/>
              <a:t>Page </a:t>
            </a:r>
            <a:r>
              <a:rPr lang="de-DE" altLang="zh-CN">
                <a:sym typeface="MS UI Gothic" panose="020B0600070205080204" pitchFamily="34" charset="-128"/>
              </a:rPr>
              <a:t></a:t>
            </a:r>
            <a:r>
              <a:rPr lang="de-DE" altLang="zh-CN"/>
              <a:t> </a:t>
            </a:r>
            <a:fld id="{AFB61761-3FF1-4F59-B9D7-6E756298F231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矩形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/>
              <a:t>Page </a:t>
            </a:r>
            <a:r>
              <a:rPr lang="de-DE" altLang="zh-CN">
                <a:sym typeface="MS UI Gothic" panose="020B0600070205080204" pitchFamily="34" charset="-128"/>
              </a:rPr>
              <a:t></a:t>
            </a:r>
            <a:r>
              <a:rPr lang="de-DE" altLang="zh-CN"/>
              <a:t> </a:t>
            </a:r>
            <a:fld id="{196BC17B-A293-4B9D-B715-8101B30D639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14313"/>
            <a:ext cx="2743200" cy="58785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14313"/>
            <a:ext cx="8026400" cy="58785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矩形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/>
              <a:t>Page </a:t>
            </a:r>
            <a:r>
              <a:rPr lang="de-DE" altLang="zh-CN">
                <a:sym typeface="MS UI Gothic" panose="020B0600070205080204" pitchFamily="34" charset="-128"/>
              </a:rPr>
              <a:t></a:t>
            </a:r>
            <a:r>
              <a:rPr lang="de-DE" altLang="zh-CN"/>
              <a:t> </a:t>
            </a:r>
            <a:fld id="{E860031F-1906-46A1-B9A0-5E9CA84BEE18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14313"/>
            <a:ext cx="10972800" cy="58785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矩形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/>
              <a:t>Page </a:t>
            </a:r>
            <a:r>
              <a:rPr lang="de-DE" altLang="zh-CN">
                <a:sym typeface="MS UI Gothic" panose="020B0600070205080204" pitchFamily="34" charset="-128"/>
              </a:rPr>
              <a:t></a:t>
            </a:r>
            <a:r>
              <a:rPr lang="de-DE" altLang="zh-CN"/>
              <a:t> </a:t>
            </a:r>
            <a:fld id="{3A14CFCF-D29E-4EF7-BE8F-F195BB74B9B0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-</a:t>
            </a:r>
            <a:fld id="{ADB768AF-D19D-4B19-B140-7DF97929A9A1}" type="slidenum">
              <a:rPr lang="en-US" altLang="zh-CN"/>
              <a:t>‹#›</a:t>
            </a:fld>
            <a:r>
              <a:rPr lang="en-US" altLang="zh-CN"/>
              <a:t>- 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381" y="980728"/>
            <a:ext cx="10957984" cy="5040312"/>
          </a:xfrm>
        </p:spPr>
        <p:txBody>
          <a:bodyPr/>
          <a:lstStyle>
            <a:lvl1pPr marL="342900" indent="-3429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n"/>
              <a:defRPr sz="2400">
                <a:latin typeface="+mn-ea"/>
                <a:ea typeface="+mn-ea"/>
              </a:defRPr>
            </a:lvl1pPr>
            <a:lvl2pPr marL="812800" indent="-3556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p"/>
              <a:defRPr sz="2000">
                <a:solidFill>
                  <a:srgbClr val="C00000"/>
                </a:solidFill>
                <a:latin typeface="+mn-ea"/>
                <a:ea typeface="+mn-ea"/>
              </a:defRPr>
            </a:lvl2pPr>
            <a:lvl3pPr marL="1143000" indent="-2286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u"/>
              <a:defRPr sz="2000">
                <a:latin typeface="+mn-ea"/>
                <a:ea typeface="+mn-ea"/>
              </a:defRPr>
            </a:lvl3pPr>
            <a:lvl4pPr>
              <a:lnSpc>
                <a:spcPct val="120000"/>
              </a:lnSpc>
              <a:defRPr sz="1600">
                <a:latin typeface="+mn-ea"/>
                <a:ea typeface="+mn-ea"/>
              </a:defRPr>
            </a:lvl4pPr>
            <a:lvl5pPr>
              <a:lnSpc>
                <a:spcPct val="120000"/>
              </a:lnSpc>
              <a:defRPr sz="16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-</a:t>
            </a:r>
            <a:fld id="{7DB7D154-6577-432F-8144-43C687260925}" type="slidenum">
              <a:rPr lang="en-US" altLang="zh-CN"/>
              <a:t>‹#›</a:t>
            </a:fld>
            <a:r>
              <a:rPr lang="en-US" altLang="zh-CN"/>
              <a:t>-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</a:t>
            </a:r>
            <a:r>
              <a:rPr lang="zh-CN" altLang="en-US" dirty="0"/>
              <a:t>此处编辑母版标题样式</a:t>
            </a: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27381" y="1052984"/>
            <a:ext cx="5472608" cy="5040312"/>
          </a:xfrm>
        </p:spPr>
        <p:txBody>
          <a:bodyPr/>
          <a:lstStyle>
            <a:lvl1pPr marL="342900" indent="-3429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n"/>
              <a:defRPr sz="2400">
                <a:latin typeface="+mn-ea"/>
                <a:ea typeface="+mn-ea"/>
              </a:defRPr>
            </a:lvl1pPr>
            <a:lvl2pPr marL="812800" indent="-3556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p"/>
              <a:defRPr sz="2000">
                <a:solidFill>
                  <a:srgbClr val="C00000"/>
                </a:solidFill>
                <a:latin typeface="+mn-ea"/>
                <a:ea typeface="+mn-ea"/>
              </a:defRPr>
            </a:lvl2pPr>
            <a:lvl3pPr marL="1143000" indent="-2286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u"/>
              <a:defRPr sz="2000">
                <a:latin typeface="+mn-ea"/>
                <a:ea typeface="+mn-ea"/>
              </a:defRPr>
            </a:lvl3pPr>
            <a:lvl4pPr>
              <a:lnSpc>
                <a:spcPct val="120000"/>
              </a:lnSpc>
              <a:defRPr sz="1600">
                <a:latin typeface="+mn-ea"/>
                <a:ea typeface="+mn-ea"/>
              </a:defRPr>
            </a:lvl4pPr>
            <a:lvl5pPr>
              <a:lnSpc>
                <a:spcPct val="120000"/>
              </a:lnSpc>
              <a:defRPr sz="16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1"/>
          </p:nvPr>
        </p:nvSpPr>
        <p:spPr>
          <a:xfrm>
            <a:off x="6288021" y="1052984"/>
            <a:ext cx="5472608" cy="5040312"/>
          </a:xfrm>
        </p:spPr>
        <p:txBody>
          <a:bodyPr/>
          <a:lstStyle>
            <a:lvl1pPr marL="342900" indent="-3429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n"/>
              <a:defRPr sz="2400">
                <a:latin typeface="+mn-ea"/>
                <a:ea typeface="+mn-ea"/>
              </a:defRPr>
            </a:lvl1pPr>
            <a:lvl2pPr marL="812800" indent="-3556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p"/>
              <a:defRPr sz="2000">
                <a:solidFill>
                  <a:srgbClr val="C00000"/>
                </a:solidFill>
                <a:latin typeface="+mn-ea"/>
                <a:ea typeface="+mn-ea"/>
              </a:defRPr>
            </a:lvl2pPr>
            <a:lvl3pPr marL="1143000" indent="-2286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u"/>
              <a:defRPr sz="2000">
                <a:latin typeface="+mn-ea"/>
                <a:ea typeface="+mn-ea"/>
              </a:defRPr>
            </a:lvl3pPr>
            <a:lvl4pPr>
              <a:lnSpc>
                <a:spcPct val="120000"/>
              </a:lnSpc>
              <a:defRPr sz="1600">
                <a:latin typeface="+mn-ea"/>
                <a:ea typeface="+mn-ea"/>
              </a:defRPr>
            </a:lvl4pPr>
            <a:lvl5pPr>
              <a:lnSpc>
                <a:spcPct val="120000"/>
              </a:lnSpc>
              <a:defRPr sz="16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-</a:t>
            </a:r>
            <a:fld id="{5F521C08-B429-4574-BE91-8CD5A8D82BBE}" type="slidenum">
              <a:rPr lang="en-US" altLang="zh-CN"/>
              <a:t>‹#›</a:t>
            </a:fld>
            <a:r>
              <a:rPr lang="en-US" altLang="zh-CN"/>
              <a:t>- 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"/>
          <p:cNvGrpSpPr/>
          <p:nvPr userDrawn="1"/>
        </p:nvGrpSpPr>
        <p:grpSpPr bwMode="auto">
          <a:xfrm>
            <a:off x="0" y="1"/>
            <a:ext cx="12192000" cy="836613"/>
            <a:chOff x="0" y="0"/>
            <a:chExt cx="9144000" cy="836613"/>
          </a:xfrm>
        </p:grpSpPr>
        <p:pic>
          <p:nvPicPr>
            <p:cNvPr id="4" name="Picture 2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0"/>
              <a:ext cx="9144000" cy="836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glow rad="127000">
                <a:schemeClr val="bg1">
                  <a:alpha val="38000"/>
                </a:schemeClr>
              </a:glow>
            </a:effectLst>
          </p:spPr>
        </p:pic>
        <p:pic>
          <p:nvPicPr>
            <p:cNvPr id="5" name="Picture 8"/>
            <p:cNvPicPr>
              <a:picLocks noChangeAspect="1" noChangeArrowheads="1"/>
            </p:cNvPicPr>
            <p:nvPr userDrawn="1"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69584" y="504510"/>
              <a:ext cx="1144067" cy="2439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0" y="800100"/>
            <a:ext cx="12192000" cy="698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>
              <a:defRPr/>
            </a:pPr>
            <a:endParaRPr lang="zh-CN" altLang="en-US" sz="1800" i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矩形 1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24417" y="6524625"/>
            <a:ext cx="1919816" cy="196850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 altLang="zh-CN"/>
              <a:t>Page </a:t>
            </a:r>
            <a:r>
              <a:rPr lang="de-DE" altLang="zh-CN">
                <a:sym typeface="MS UI Gothic" panose="020B0600070205080204" pitchFamily="34" charset="-128"/>
              </a:rPr>
              <a:t></a:t>
            </a:r>
            <a:r>
              <a:rPr lang="de-DE" altLang="zh-CN"/>
              <a:t> </a:t>
            </a:r>
            <a:fld id="{573C808F-8CB0-43E5-AB97-CCAD81A48CB3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 bwMode="auto">
          <a:xfrm>
            <a:off x="0" y="1"/>
            <a:ext cx="12192000" cy="836613"/>
            <a:chOff x="0" y="0"/>
            <a:chExt cx="9144000" cy="836613"/>
          </a:xfrm>
        </p:grpSpPr>
        <p:pic>
          <p:nvPicPr>
            <p:cNvPr id="3" name="Picture 2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0"/>
              <a:ext cx="9144000" cy="836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glow rad="127000">
                <a:schemeClr val="bg1">
                  <a:alpha val="38000"/>
                </a:schemeClr>
              </a:glow>
            </a:effectLst>
          </p:spPr>
        </p:pic>
        <p:pic>
          <p:nvPicPr>
            <p:cNvPr id="4" name="Picture 8"/>
            <p:cNvPicPr>
              <a:picLocks noChangeAspect="1" noChangeArrowheads="1"/>
            </p:cNvPicPr>
            <p:nvPr userDrawn="1"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69584" y="504510"/>
              <a:ext cx="1144067" cy="2439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5" name="Rectangle 14"/>
          <p:cNvSpPr>
            <a:spLocks noChangeArrowheads="1"/>
          </p:cNvSpPr>
          <p:nvPr/>
        </p:nvSpPr>
        <p:spPr bwMode="auto">
          <a:xfrm>
            <a:off x="0" y="800100"/>
            <a:ext cx="12192000" cy="698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>
              <a:defRPr/>
            </a:pPr>
            <a:endParaRPr lang="zh-CN" altLang="en-US" sz="1800" i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1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24417" y="6524625"/>
            <a:ext cx="1919816" cy="196850"/>
          </a:xfrm>
        </p:spPr>
        <p:txBody>
          <a:bodyPr/>
          <a:lstStyle>
            <a:lvl1pPr>
              <a:defRPr sz="1800" dirty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 altLang="zh-CN"/>
              <a:t>Page </a:t>
            </a:r>
            <a:r>
              <a:rPr lang="de-DE" altLang="zh-CN">
                <a:sym typeface="MS UI Gothic" panose="020B0600070205080204" pitchFamily="34" charset="-128"/>
              </a:rPr>
              <a:t></a:t>
            </a:r>
            <a:r>
              <a:rPr lang="de-DE" altLang="zh-CN"/>
              <a:t> </a:t>
            </a:r>
            <a:fld id="{B7857FD0-78B7-4748-B262-90984D9C86CB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"/>
          <p:cNvGrpSpPr/>
          <p:nvPr userDrawn="1"/>
        </p:nvGrpSpPr>
        <p:grpSpPr bwMode="auto">
          <a:xfrm>
            <a:off x="0" y="1"/>
            <a:ext cx="12192000" cy="836613"/>
            <a:chOff x="0" y="0"/>
            <a:chExt cx="9144000" cy="836613"/>
          </a:xfrm>
        </p:grpSpPr>
        <p:pic>
          <p:nvPicPr>
            <p:cNvPr id="4" name="Picture 2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0"/>
              <a:ext cx="9144000" cy="836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glow rad="127000">
                <a:schemeClr val="bg1">
                  <a:alpha val="38000"/>
                </a:schemeClr>
              </a:glow>
            </a:effectLst>
          </p:spPr>
        </p:pic>
        <p:pic>
          <p:nvPicPr>
            <p:cNvPr id="5" name="Picture 8"/>
            <p:cNvPicPr>
              <a:picLocks noChangeAspect="1" noChangeArrowheads="1"/>
            </p:cNvPicPr>
            <p:nvPr userDrawn="1"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69584" y="504510"/>
              <a:ext cx="1144067" cy="2439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0" y="800100"/>
            <a:ext cx="12192000" cy="698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>
              <a:defRPr/>
            </a:pPr>
            <a:endParaRPr lang="zh-CN" altLang="en-US" sz="1800" i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14313"/>
            <a:ext cx="10972800" cy="58785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矩形 1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24417" y="6524625"/>
            <a:ext cx="1919816" cy="196850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 altLang="zh-CN"/>
              <a:t>Page </a:t>
            </a:r>
            <a:r>
              <a:rPr lang="de-DE" altLang="zh-CN">
                <a:sym typeface="MS UI Gothic" panose="020B0600070205080204" pitchFamily="34" charset="-128"/>
              </a:rPr>
              <a:t></a:t>
            </a:r>
            <a:r>
              <a:rPr lang="de-DE" altLang="zh-CN"/>
              <a:t> </a:t>
            </a:r>
            <a:fld id="{ADB7D70D-7DF3-4918-ACB7-161C21D1246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"/>
          <p:cNvGrpSpPr/>
          <p:nvPr userDrawn="1"/>
        </p:nvGrpSpPr>
        <p:grpSpPr bwMode="auto">
          <a:xfrm>
            <a:off x="0" y="1"/>
            <a:ext cx="12192000" cy="836613"/>
            <a:chOff x="0" y="0"/>
            <a:chExt cx="9144000" cy="836613"/>
          </a:xfrm>
        </p:grpSpPr>
        <p:pic>
          <p:nvPicPr>
            <p:cNvPr id="6" name="Picture 2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0"/>
              <a:ext cx="9144000" cy="836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glow rad="127000">
                <a:schemeClr val="bg1">
                  <a:alpha val="38000"/>
                </a:schemeClr>
              </a:glow>
            </a:effectLst>
          </p:spPr>
        </p:pic>
        <p:pic>
          <p:nvPicPr>
            <p:cNvPr id="7" name="Picture 8"/>
            <p:cNvPicPr>
              <a:picLocks noChangeAspect="1" noChangeArrowheads="1"/>
            </p:cNvPicPr>
            <p:nvPr userDrawn="1"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69584" y="504510"/>
              <a:ext cx="1144067" cy="2439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0" y="800100"/>
            <a:ext cx="12192000" cy="698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>
              <a:defRPr/>
            </a:pPr>
            <a:endParaRPr lang="zh-CN" altLang="en-US" sz="1800" i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0" y="6248400"/>
            <a:ext cx="2641600" cy="47625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Arial" panose="020B07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7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11200" y="6153150"/>
            <a:ext cx="3657600" cy="476250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zh-CN" altLang="en-US"/>
              <a:t>计算机组成原理  </a:t>
            </a:r>
            <a:r>
              <a:rPr lang="en-US" altLang="zh-CN"/>
              <a:t>Slide</a:t>
            </a:r>
            <a:r>
              <a:rPr lang="en-US" altLang="zh-CN" sz="1200"/>
              <a:t> </a:t>
            </a:r>
            <a:fld id="{FD3FAE62-0744-4188-868F-C5ADF094D286}" type="slidenum">
              <a:rPr lang="en-US" altLang="zh-CN" sz="1200">
                <a:solidFill>
                  <a:schemeClr val="accent2"/>
                </a:solidFill>
              </a:rPr>
              <a:t>‹#›</a:t>
            </a:fld>
            <a:r>
              <a:rPr lang="en-US" altLang="zh-CN" sz="1200"/>
              <a:t> 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xAndClipArt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"/>
          <p:cNvGrpSpPr/>
          <p:nvPr userDrawn="1"/>
        </p:nvGrpSpPr>
        <p:grpSpPr bwMode="auto">
          <a:xfrm>
            <a:off x="0" y="1"/>
            <a:ext cx="12192000" cy="836613"/>
            <a:chOff x="0" y="0"/>
            <a:chExt cx="9144000" cy="836613"/>
          </a:xfrm>
        </p:grpSpPr>
        <p:pic>
          <p:nvPicPr>
            <p:cNvPr id="6" name="Picture 2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0"/>
              <a:ext cx="9144000" cy="836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glow rad="127000">
                <a:schemeClr val="bg1">
                  <a:alpha val="38000"/>
                </a:schemeClr>
              </a:glow>
            </a:effectLst>
          </p:spPr>
        </p:pic>
        <p:pic>
          <p:nvPicPr>
            <p:cNvPr id="7" name="Picture 8"/>
            <p:cNvPicPr>
              <a:picLocks noChangeAspect="1" noChangeArrowheads="1"/>
            </p:cNvPicPr>
            <p:nvPr userDrawn="1"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69584" y="504510"/>
              <a:ext cx="1144067" cy="2439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0" y="800100"/>
            <a:ext cx="12192000" cy="698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>
              <a:defRPr/>
            </a:pPr>
            <a:endParaRPr lang="zh-CN" altLang="en-US" sz="1800" i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0" y="6248400"/>
            <a:ext cx="2641600" cy="47625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Arial" panose="020B07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xOverObj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"/>
          <p:cNvGrpSpPr/>
          <p:nvPr userDrawn="1"/>
        </p:nvGrpSpPr>
        <p:grpSpPr bwMode="auto">
          <a:xfrm>
            <a:off x="0" y="1"/>
            <a:ext cx="12192000" cy="836613"/>
            <a:chOff x="0" y="0"/>
            <a:chExt cx="9144000" cy="836613"/>
          </a:xfrm>
        </p:grpSpPr>
        <p:pic>
          <p:nvPicPr>
            <p:cNvPr id="6" name="Picture 2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0"/>
              <a:ext cx="9144000" cy="836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glow rad="127000">
                <a:schemeClr val="bg1">
                  <a:alpha val="38000"/>
                </a:schemeClr>
              </a:glow>
            </a:effectLst>
          </p:spPr>
        </p:pic>
        <p:pic>
          <p:nvPicPr>
            <p:cNvPr id="7" name="Picture 8"/>
            <p:cNvPicPr>
              <a:picLocks noChangeAspect="1" noChangeArrowheads="1"/>
            </p:cNvPicPr>
            <p:nvPr userDrawn="1"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69584" y="504510"/>
              <a:ext cx="1144067" cy="2439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0" y="800100"/>
            <a:ext cx="12192000" cy="698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>
              <a:defRPr/>
            </a:pPr>
            <a:endParaRPr lang="zh-CN" altLang="en-US" sz="1800" i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55651" y="1752600"/>
            <a:ext cx="106680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55651" y="3962400"/>
            <a:ext cx="106680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0" y="6248400"/>
            <a:ext cx="2641600" cy="47625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Arial" panose="020B07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chart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1"/>
          <p:cNvGrpSpPr/>
          <p:nvPr userDrawn="1"/>
        </p:nvGrpSpPr>
        <p:grpSpPr bwMode="auto">
          <a:xfrm>
            <a:off x="0" y="1"/>
            <a:ext cx="12192000" cy="836613"/>
            <a:chOff x="0" y="0"/>
            <a:chExt cx="9144000" cy="836613"/>
          </a:xfrm>
        </p:grpSpPr>
        <p:pic>
          <p:nvPicPr>
            <p:cNvPr id="5" name="Picture 2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0"/>
              <a:ext cx="9144000" cy="836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glow rad="127000">
                <a:schemeClr val="bg1">
                  <a:alpha val="38000"/>
                </a:schemeClr>
              </a:glow>
            </a:effectLst>
          </p:spPr>
        </p:pic>
        <p:pic>
          <p:nvPicPr>
            <p:cNvPr id="6" name="Picture 8"/>
            <p:cNvPicPr>
              <a:picLocks noChangeAspect="1" noChangeArrowheads="1"/>
            </p:cNvPicPr>
            <p:nvPr userDrawn="1"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69584" y="504510"/>
              <a:ext cx="1144067" cy="2439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0" y="800100"/>
            <a:ext cx="12192000" cy="698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>
              <a:defRPr/>
            </a:pPr>
            <a:endParaRPr lang="zh-CN" altLang="en-US" sz="1800" i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755651" y="1752600"/>
            <a:ext cx="10668000" cy="4267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0" y="6248400"/>
            <a:ext cx="2641600" cy="47625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Arial" panose="020B07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>
          <a:xfrm>
            <a:off x="274320" y="321260"/>
            <a:ext cx="11683455" cy="39305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</a:endParaRPr>
          </a:p>
        </p:txBody>
      </p:sp>
      <p:sp>
        <p:nvSpPr>
          <p:cNvPr id="8" name="任意形状 8"/>
          <p:cNvSpPr/>
          <p:nvPr userDrawn="1">
            <p:custDataLst>
              <p:tags r:id="rId2"/>
            </p:custDataLst>
          </p:nvPr>
        </p:nvSpPr>
        <p:spPr>
          <a:xfrm>
            <a:off x="9490237" y="321259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9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</a:endParaRPr>
          </a:p>
        </p:txBody>
      </p:sp>
      <p:sp>
        <p:nvSpPr>
          <p:cNvPr id="9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261015" y="2411670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</a:endParaRPr>
          </a:p>
        </p:txBody>
      </p:sp>
      <p:sp>
        <p:nvSpPr>
          <p:cNvPr id="10" name="矩形 9"/>
          <p:cNvSpPr/>
          <p:nvPr userDrawn="1">
            <p:custDataLst>
              <p:tags r:id="rId4"/>
            </p:custDataLst>
          </p:nvPr>
        </p:nvSpPr>
        <p:spPr>
          <a:xfrm>
            <a:off x="9471025" y="6254750"/>
            <a:ext cx="1800225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 flipV="1">
            <a:off x="750570" y="6305550"/>
            <a:ext cx="715645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2" name="矩形 11"/>
          <p:cNvSpPr/>
          <p:nvPr userDrawn="1">
            <p:custDataLst>
              <p:tags r:id="rId6"/>
            </p:custDataLst>
          </p:nvPr>
        </p:nvSpPr>
        <p:spPr>
          <a:xfrm>
            <a:off x="1555115" y="6306820"/>
            <a:ext cx="88900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3" name="矩形 12"/>
          <p:cNvSpPr/>
          <p:nvPr userDrawn="1">
            <p:custDataLst>
              <p:tags r:id="rId7"/>
            </p:custDataLst>
          </p:nvPr>
        </p:nvSpPr>
        <p:spPr>
          <a:xfrm>
            <a:off x="1731010" y="6306820"/>
            <a:ext cx="253365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1"/>
            </p:custDataLst>
          </p:nvPr>
        </p:nvSpPr>
        <p:spPr>
          <a:xfrm>
            <a:off x="883644" y="809127"/>
            <a:ext cx="9144000" cy="1896745"/>
          </a:xfrm>
        </p:spPr>
        <p:txBody>
          <a:bodyPr lIns="91440" tIns="45720" rIns="91440" bIns="0" anchor="b" anchorCtr="0">
            <a:normAutofit/>
          </a:bodyPr>
          <a:lstStyle>
            <a:lvl1pPr algn="l">
              <a:defRPr sz="6600" b="1" spc="600" baseline="0">
                <a:latin typeface="Arial" panose="020B0704020202020204" pitchFamily="34" charset="0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883643" y="3017520"/>
            <a:ext cx="9144000" cy="890270"/>
          </a:xfrm>
        </p:spPr>
        <p:txBody>
          <a:bodyPr lIns="91440" tIns="0" rIns="91440" bIns="4572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883644" y="5050433"/>
            <a:ext cx="3365430" cy="579657"/>
          </a:xfrm>
        </p:spPr>
        <p:txBody>
          <a:bodyPr lIns="91440" tIns="45720" rIns="91440" bIns="45720">
            <a:normAutofit/>
          </a:bodyPr>
          <a:lstStyle>
            <a:lvl1pPr marL="0" indent="0">
              <a:buNone/>
              <a:defRPr sz="2400" baseline="0">
                <a:solidFill>
                  <a:schemeClr val="accent1"/>
                </a:solidFill>
                <a:latin typeface="Arial" panose="020B0704020202020204" pitchFamily="34" charset="0"/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704020202020204" pitchFamily="34" charset="0"/>
                <a:ea typeface="微软雅黑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1"/>
            </p:custDataLst>
          </p:nvPr>
        </p:nvSpPr>
        <p:spPr>
          <a:xfrm>
            <a:off x="0" y="6474460"/>
            <a:ext cx="12249150" cy="3835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676775" y="2059757"/>
            <a:ext cx="6243774" cy="922021"/>
          </a:xfrm>
        </p:spPr>
        <p:txBody>
          <a:bodyPr lIns="91440" tIns="45720" rIns="91440" bIns="0" anchor="b" anchorCtr="0">
            <a:normAutofit/>
          </a:bodyPr>
          <a:lstStyle>
            <a:lvl1pPr>
              <a:defRPr sz="540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704020202020204" pitchFamily="34" charset="0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676775" y="3102596"/>
            <a:ext cx="6243774" cy="1401006"/>
          </a:xfrm>
        </p:spPr>
        <p:txBody>
          <a:bodyPr lIns="91440" tIns="0" rIns="91440" bIns="45720">
            <a:normAutofit/>
          </a:bodyPr>
          <a:lstStyle>
            <a:lvl1pPr marL="0" indent="0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704020202020204" pitchFamily="34" charset="0"/>
                <a:ea typeface="微软雅黑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7628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45227" y="952508"/>
            <a:ext cx="5283242" cy="5388907"/>
          </a:xfrm>
        </p:spPr>
        <p:txBody>
          <a:bodyPr>
            <a:noAutofit/>
          </a:bodyPr>
          <a:lstStyle>
            <a:lvl1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1pPr>
            <a:lvl2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2pPr>
            <a:lvl3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3pPr>
            <a:lvl4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4pPr>
            <a:lvl5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704020202020204" pitchFamily="34" charset="0"/>
                <a:ea typeface="微软雅黑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704020202020204" pitchFamily="34" charset="0"/>
                <a:ea typeface="微软雅黑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704020202020204" pitchFamily="34" charset="0"/>
                <a:ea typeface="微软雅黑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2025/12/1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704020202020204" pitchFamily="34" charset="0"/>
                <a:ea typeface="微软雅黑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1"/>
            </p:custDataLst>
          </p:nvPr>
        </p:nvSpPr>
        <p:spPr>
          <a:xfrm>
            <a:off x="266065" y="313690"/>
            <a:ext cx="11683365" cy="5634990"/>
          </a:xfrm>
          <a:prstGeom prst="rect">
            <a:avLst/>
          </a:prstGeom>
          <a:solidFill>
            <a:schemeClr val="tx2"/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1422400" y="4064000"/>
            <a:ext cx="5283200" cy="12700"/>
          </a:xfrm>
          <a:prstGeom prst="rect">
            <a:avLst/>
          </a:prstGeom>
          <a:solidFill>
            <a:schemeClr val="accent1">
              <a:lumMod val="5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形状 8"/>
          <p:cNvSpPr/>
          <p:nvPr userDrawn="1">
            <p:custDataLst>
              <p:tags r:id="rId3"/>
            </p:custDataLst>
          </p:nvPr>
        </p:nvSpPr>
        <p:spPr>
          <a:xfrm>
            <a:off x="9480712" y="313004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8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261015" y="4113028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99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320799" y="2376714"/>
            <a:ext cx="6653601" cy="1607337"/>
          </a:xfrm>
        </p:spPr>
        <p:txBody>
          <a:bodyPr vert="horz" lIns="91440" tIns="45720" rIns="9144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96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704020202020204" pitchFamily="34" charset="0"/>
                <a:ea typeface="微软雅黑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704020202020204" pitchFamily="34" charset="0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sz="3200" baseline="0">
                <a:solidFill>
                  <a:schemeClr val="accent1"/>
                </a:solidFill>
                <a:latin typeface="Arial" panose="020B0704020202020204" pitchFamily="34" charset="0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6200000">
            <a:off x="-21591" y="25773"/>
            <a:ext cx="1741805" cy="169862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10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0" y="5913755"/>
            <a:ext cx="976630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600" baseline="0">
                <a:solidFill>
                  <a:schemeClr val="accent1"/>
                </a:solidFill>
                <a:latin typeface="Arial" panose="020B0704020202020204" pitchFamily="34" charset="0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任意形状 9"/>
          <p:cNvSpPr/>
          <p:nvPr userDrawn="1">
            <p:custDataLst>
              <p:tags r:id="rId2"/>
            </p:custDataLst>
          </p:nvPr>
        </p:nvSpPr>
        <p:spPr>
          <a:xfrm rot="16200000">
            <a:off x="-18383" y="15240"/>
            <a:ext cx="1243965" cy="121348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>
            <a:off x="10344785" y="0"/>
            <a:ext cx="1847215" cy="180149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sz="3600" baseline="0">
                <a:solidFill>
                  <a:schemeClr val="accent1"/>
                </a:solidFill>
                <a:latin typeface="Arial" panose="020B0704020202020204" pitchFamily="34" charset="0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3810" y="5029201"/>
            <a:ext cx="12192000" cy="1828799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0" name="任意形状 9"/>
          <p:cNvSpPr/>
          <p:nvPr userDrawn="1">
            <p:custDataLst>
              <p:tags r:id="rId2"/>
            </p:custDataLst>
          </p:nvPr>
        </p:nvSpPr>
        <p:spPr>
          <a:xfrm rot="10800000">
            <a:off x="3810" y="5905500"/>
            <a:ext cx="976630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chemeClr val="accent1"/>
                </a:solidFill>
                <a:latin typeface="Arial" panose="020B0704020202020204" pitchFamily="34" charset="0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-3492"/>
            <a:ext cx="12192000" cy="914400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79755" y="193040"/>
            <a:ext cx="11037570" cy="521335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accent1"/>
                </a:solidFill>
                <a:latin typeface="Arial" panose="020B0704020202020204" pitchFamily="34" charset="0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8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9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solidFill>
                  <a:schemeClr val="accent1"/>
                </a:solidFill>
                <a:latin typeface="Arial" panose="020B0704020202020204" pitchFamily="34" charset="0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704020202020204" pitchFamily="34" charset="0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ags" Target="../tags/tag4.xml"/><Relationship Id="rId2" Type="http://schemas.openxmlformats.org/officeDocument/2006/relationships/slideLayout" Target="../slideLayouts/slideLayout18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4.xml"/><Relationship Id="rId21" Type="http://schemas.openxmlformats.org/officeDocument/2006/relationships/tags" Target="../tags/tag6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5" Type="http://schemas.openxmlformats.org/officeDocument/2006/relationships/tags" Target="../tags/tag10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20" Type="http://schemas.openxmlformats.org/officeDocument/2006/relationships/tags" Target="../tags/tag5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24" Type="http://schemas.openxmlformats.org/officeDocument/2006/relationships/tags" Target="../tags/tag9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23" Type="http://schemas.openxmlformats.org/officeDocument/2006/relationships/tags" Target="../tags/tag8.xml"/><Relationship Id="rId10" Type="http://schemas.openxmlformats.org/officeDocument/2006/relationships/slideLayout" Target="../slideLayouts/slideLayout61.xml"/><Relationship Id="rId19" Type="http://schemas.openxmlformats.org/officeDocument/2006/relationships/theme" Target="../theme/theme7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Relationship Id="rId22" Type="http://schemas.openxmlformats.org/officeDocument/2006/relationships/tags" Target="../tags/tag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组合 1"/>
          <p:cNvGrpSpPr/>
          <p:nvPr userDrawn="1"/>
        </p:nvGrpSpPr>
        <p:grpSpPr bwMode="auto">
          <a:xfrm>
            <a:off x="0" y="1"/>
            <a:ext cx="12192000" cy="836613"/>
            <a:chOff x="0" y="0"/>
            <a:chExt cx="9144000" cy="836613"/>
          </a:xfrm>
        </p:grpSpPr>
        <p:pic>
          <p:nvPicPr>
            <p:cNvPr id="2050" name="Picture 2"/>
            <p:cNvPicPr>
              <a:picLocks noChangeAspect="1" noChangeArrowheads="1"/>
            </p:cNvPicPr>
            <p:nvPr userDrawn="1"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0" y="0"/>
              <a:ext cx="9144000" cy="836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glow rad="127000">
                <a:schemeClr val="bg1">
                  <a:alpha val="38000"/>
                </a:schemeClr>
              </a:glow>
            </a:effectLst>
          </p:spPr>
        </p:pic>
        <p:pic>
          <p:nvPicPr>
            <p:cNvPr id="13320" name="Picture 8"/>
            <p:cNvPicPr>
              <a:picLocks noChangeAspect="1" noChangeArrowheads="1"/>
            </p:cNvPicPr>
            <p:nvPr userDrawn="1"/>
          </p:nvPicPr>
          <p:blipFill>
            <a:blip r:embed="rId1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69584" y="504510"/>
              <a:ext cx="1144067" cy="2439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3315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14313"/>
            <a:ext cx="10972800" cy="5826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3316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052513"/>
            <a:ext cx="10957984" cy="50403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3" name="Rectangle 14"/>
          <p:cNvSpPr>
            <a:spLocks noChangeArrowheads="1"/>
          </p:cNvSpPr>
          <p:nvPr/>
        </p:nvSpPr>
        <p:spPr bwMode="auto">
          <a:xfrm>
            <a:off x="0" y="800100"/>
            <a:ext cx="12192000" cy="698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>
              <a:defRPr/>
            </a:pPr>
            <a:endParaRPr lang="zh-CN" altLang="en-US" sz="1800" i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0223500" y="6237288"/>
            <a:ext cx="1354667" cy="476250"/>
          </a:xfrm>
          <a:prstGeom prst="rect">
            <a:avLst/>
          </a:prstGeom>
        </p:spPr>
        <p:txBody>
          <a:bodyPr/>
          <a:lstStyle>
            <a:lvl1pPr algn="r">
              <a:defRPr sz="1400" dirty="0">
                <a:solidFill>
                  <a:srgbClr val="0D7157"/>
                </a:solidFill>
                <a:latin typeface="Arial" panose="020B07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 -</a:t>
            </a:r>
            <a:fld id="{CAE7922D-FD5F-4BE1-993F-FD194E04727B}" type="slidenum">
              <a:rPr lang="en-US" altLang="zh-CN"/>
              <a:t>‹#›</a:t>
            </a:fld>
            <a:r>
              <a:rPr lang="en-US" altLang="zh-CN"/>
              <a:t>-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3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3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3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3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3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3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3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3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3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3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•"/>
        <a:defRPr lang="zh-CN" altLang="en-US" sz="2400" dirty="0">
          <a:solidFill>
            <a:schemeClr val="tx1"/>
          </a:solidFill>
          <a:latin typeface="+mn-ea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–"/>
        <a:defRPr lang="zh-CN" altLang="en-US" sz="2000" dirty="0">
          <a:solidFill>
            <a:srgbClr val="C00000"/>
          </a:solidFill>
          <a:latin typeface="+mn-ea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•"/>
        <a:defRPr lang="zh-CN" altLang="en-US" sz="2000" dirty="0">
          <a:solidFill>
            <a:schemeClr val="tx1"/>
          </a:solidFill>
          <a:latin typeface="+mn-ea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1"/>
            <a:ext cx="12192000" cy="836613"/>
            <a:chOff x="0" y="0"/>
            <a:chExt cx="9144000" cy="836613"/>
          </a:xfrm>
        </p:grpSpPr>
        <p:pic>
          <p:nvPicPr>
            <p:cNvPr id="2050" name="Picture 2"/>
            <p:cNvPicPr>
              <a:picLocks noChangeAspect="1" noChangeArrowheads="1"/>
            </p:cNvPicPr>
            <p:nvPr userDrawn="1"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0" y="0"/>
              <a:ext cx="9144000" cy="836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glow rad="127000">
                <a:schemeClr val="bg1">
                  <a:alpha val="38000"/>
                </a:schemeClr>
              </a:glow>
            </a:effectLst>
          </p:spPr>
        </p:pic>
        <p:pic>
          <p:nvPicPr>
            <p:cNvPr id="7" name="Picture 8"/>
            <p:cNvPicPr>
              <a:picLocks noChangeAspect="1" noChangeArrowheads="1"/>
            </p:cNvPicPr>
            <p:nvPr userDrawn="1"/>
          </p:nvPicPr>
          <p:blipFill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69584" y="504510"/>
              <a:ext cx="1144067" cy="2439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051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14313"/>
            <a:ext cx="10972800" cy="5826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052513"/>
            <a:ext cx="10957984" cy="50403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lvl="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dirty="0"/>
              <a:t>单击此处编辑母版文本样式</a:t>
            </a:r>
          </a:p>
          <a:p>
            <a:pPr marL="812800" lvl="1" indent="-355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C000"/>
              </a:buClr>
              <a:buFont typeface="Wingdings" panose="05000000000000000000" pitchFamily="2" charset="2"/>
              <a:buChar char="p"/>
            </a:pPr>
            <a:r>
              <a:rPr lang="zh-CN" altLang="en-US" dirty="0"/>
              <a:t>第二级</a:t>
            </a:r>
          </a:p>
          <a:p>
            <a:pPr marL="1143000" lvl="2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C000"/>
              </a:buClr>
              <a:buFont typeface="Wingdings" panose="05000000000000000000" pitchFamily="2" charset="2"/>
              <a:buChar char="u"/>
            </a:pPr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053" name="Rectangle 14"/>
          <p:cNvSpPr>
            <a:spLocks noChangeArrowheads="1"/>
          </p:cNvSpPr>
          <p:nvPr/>
        </p:nvSpPr>
        <p:spPr bwMode="auto">
          <a:xfrm>
            <a:off x="0" y="800100"/>
            <a:ext cx="12192000" cy="698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 algn="l"/>
            <a:endParaRPr lang="zh-CN" altLang="en-US" sz="1800" i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0416480" y="6337126"/>
            <a:ext cx="1353344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 sz="140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t>‹#›</a:t>
            </a:fld>
            <a:r>
              <a:rPr lang="en-US" altLang="zh-CN" sz="1400">
                <a:solidFill>
                  <a:srgbClr val="0D7157"/>
                </a:solidFill>
              </a:rPr>
              <a:t>- </a:t>
            </a:r>
            <a:endParaRPr lang="en-US" altLang="zh-CN" sz="1400" dirty="0">
              <a:solidFill>
                <a:srgbClr val="0D7157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baseline="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•"/>
        <a:defRPr lang="zh-CN" altLang="en-US" sz="2400" dirty="0" smtClean="0">
          <a:solidFill>
            <a:schemeClr val="tx1"/>
          </a:solidFill>
          <a:latin typeface="+mn-ea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–"/>
        <a:defRPr lang="zh-CN" altLang="en-US" sz="2000" dirty="0" smtClean="0">
          <a:solidFill>
            <a:srgbClr val="C00000"/>
          </a:solidFill>
          <a:latin typeface="+mn-ea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•"/>
        <a:defRPr lang="zh-CN" altLang="en-US" sz="2000" dirty="0" smtClean="0">
          <a:solidFill>
            <a:schemeClr val="tx1"/>
          </a:solidFill>
          <a:latin typeface="+mn-ea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866775" rtl="0" eaLnBrk="1" latinLnBrk="0" hangingPunct="1">
        <a:lnSpc>
          <a:spcPct val="90000"/>
        </a:lnSpc>
        <a:spcBef>
          <a:spcPct val="0"/>
        </a:spcBef>
        <a:buNone/>
        <a:defRPr sz="41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535" indent="-216535" algn="l" defTabSz="866775" rtl="0" eaLnBrk="1" latinLnBrk="0" hangingPunct="1">
        <a:lnSpc>
          <a:spcPct val="90000"/>
        </a:lnSpc>
        <a:spcBef>
          <a:spcPts val="950"/>
        </a:spcBef>
        <a:buFont typeface="Arial" panose="020B07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7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2pPr>
      <a:lvl3pPr marL="108394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7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3pPr>
      <a:lvl4pPr marL="151701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7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95072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7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38379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7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81749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7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25120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7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68427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7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1pPr>
      <a:lvl2pPr marL="43370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86677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3pPr>
      <a:lvl4pPr marL="130048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73418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16725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60096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03403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46773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838200" y="365189"/>
            <a:ext cx="10515600" cy="1325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838200" y="1825944"/>
            <a:ext cx="10515600" cy="4352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7462"/>
            <a:ext cx="2743200" cy="365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2025/12/1</a:t>
            </a:fld>
            <a:endParaRPr lang="zh-CN" altLang="en-US" dirty="0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7462"/>
            <a:ext cx="4114800" cy="365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7462"/>
            <a:ext cx="2743200" cy="365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</p:sldLayoutIdLst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23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14313"/>
            <a:ext cx="109728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052513"/>
            <a:ext cx="10957984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3" name="Rectangle 14"/>
          <p:cNvSpPr>
            <a:spLocks noChangeArrowheads="1"/>
          </p:cNvSpPr>
          <p:nvPr/>
        </p:nvSpPr>
        <p:spPr bwMode="auto">
          <a:xfrm>
            <a:off x="0" y="800100"/>
            <a:ext cx="12192000" cy="698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r">
              <a:defRPr i="1">
                <a:solidFill>
                  <a:schemeClr val="tx1"/>
                </a:solidFill>
                <a:latin typeface="Arial" panose="020B0704020202020204" pitchFamily="34" charset="0"/>
                <a:ea typeface="华文细黑" panose="02010600040101010101" pitchFamily="2" charset="-122"/>
              </a:defRPr>
            </a:lvl1pPr>
            <a:lvl2pPr marL="742950" indent="-285750" algn="r">
              <a:defRPr i="1">
                <a:solidFill>
                  <a:schemeClr val="tx1"/>
                </a:solidFill>
                <a:latin typeface="Arial" panose="020B0704020202020204" pitchFamily="34" charset="0"/>
                <a:ea typeface="华文细黑" panose="02010600040101010101" pitchFamily="2" charset="-122"/>
              </a:defRPr>
            </a:lvl2pPr>
            <a:lvl3pPr marL="1143000" indent="-228600" algn="r">
              <a:defRPr i="1">
                <a:solidFill>
                  <a:schemeClr val="tx1"/>
                </a:solidFill>
                <a:latin typeface="Arial" panose="020B0704020202020204" pitchFamily="34" charset="0"/>
                <a:ea typeface="华文细黑" panose="02010600040101010101" pitchFamily="2" charset="-122"/>
              </a:defRPr>
            </a:lvl3pPr>
            <a:lvl4pPr marL="1600200" indent="-228600" algn="r">
              <a:defRPr i="1">
                <a:solidFill>
                  <a:schemeClr val="tx1"/>
                </a:solidFill>
                <a:latin typeface="Arial" panose="020B0704020202020204" pitchFamily="34" charset="0"/>
                <a:ea typeface="华文细黑" panose="02010600040101010101" pitchFamily="2" charset="-122"/>
              </a:defRPr>
            </a:lvl4pPr>
            <a:lvl5pPr marL="2057400" indent="-228600" algn="r">
              <a:defRPr i="1">
                <a:solidFill>
                  <a:schemeClr val="tx1"/>
                </a:solidFill>
                <a:latin typeface="Arial" panose="020B0704020202020204" pitchFamily="34" charset="0"/>
                <a:ea typeface="华文细黑" panose="0201060004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704020202020204" pitchFamily="34" charset="0"/>
                <a:ea typeface="华文细黑" panose="0201060004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704020202020204" pitchFamily="34" charset="0"/>
                <a:ea typeface="华文细黑" panose="0201060004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704020202020204" pitchFamily="34" charset="0"/>
                <a:ea typeface="华文细黑" panose="0201060004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704020202020204" pitchFamily="34" charset="0"/>
                <a:ea typeface="华文细黑" panose="02010600040101010101" pitchFamily="2" charset="-122"/>
              </a:defRPr>
            </a:lvl9pPr>
          </a:lstStyle>
          <a:p>
            <a:pPr algn="l" eaLnBrk="1" hangingPunct="1">
              <a:defRPr/>
            </a:pPr>
            <a:endParaRPr lang="zh-CN" altLang="en-US" sz="1800" i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81679" name="矩形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24417" y="6524625"/>
            <a:ext cx="1919816" cy="19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0" hangingPunct="0">
              <a:defRPr sz="1000" b="1"/>
            </a:lvl1pPr>
          </a:lstStyle>
          <a:p>
            <a:pPr>
              <a:defRPr/>
            </a:pPr>
            <a:r>
              <a:rPr lang="de-DE" altLang="zh-CN"/>
              <a:t>Page </a:t>
            </a:r>
            <a:r>
              <a:rPr lang="de-DE" altLang="zh-CN">
                <a:sym typeface="MS UI Gothic" panose="020B0600070205080204" pitchFamily="34" charset="-128"/>
              </a:rPr>
              <a:t></a:t>
            </a:r>
            <a:r>
              <a:rPr lang="de-DE" altLang="zh-CN"/>
              <a:t> </a:t>
            </a:r>
            <a:fld id="{7E5DDCFB-3ACE-4311-B546-53507CE1A8DE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组合 1"/>
          <p:cNvGrpSpPr/>
          <p:nvPr userDrawn="1"/>
        </p:nvGrpSpPr>
        <p:grpSpPr bwMode="auto">
          <a:xfrm>
            <a:off x="0" y="1"/>
            <a:ext cx="12192000" cy="836613"/>
            <a:chOff x="0" y="0"/>
            <a:chExt cx="9144000" cy="836613"/>
          </a:xfrm>
        </p:grpSpPr>
        <p:pic>
          <p:nvPicPr>
            <p:cNvPr id="2050" name="Picture 2"/>
            <p:cNvPicPr>
              <a:picLocks noChangeAspect="1" noChangeArrowheads="1"/>
            </p:cNvPicPr>
            <p:nvPr userDrawn="1"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0" y="0"/>
              <a:ext cx="9144000" cy="836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glow rad="127000">
                <a:schemeClr val="bg1">
                  <a:alpha val="38000"/>
                </a:schemeClr>
              </a:glow>
            </a:effectLst>
          </p:spPr>
        </p:pic>
        <p:pic>
          <p:nvPicPr>
            <p:cNvPr id="13320" name="Picture 8"/>
            <p:cNvPicPr>
              <a:picLocks noChangeAspect="1" noChangeArrowheads="1"/>
            </p:cNvPicPr>
            <p:nvPr userDrawn="1"/>
          </p:nvPicPr>
          <p:blipFill>
            <a:blip r:embed="rId1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869584" y="504510"/>
              <a:ext cx="1144067" cy="2439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3315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14313"/>
            <a:ext cx="10972800" cy="5826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3316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052513"/>
            <a:ext cx="10957984" cy="50403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3" name="Rectangle 14"/>
          <p:cNvSpPr>
            <a:spLocks noChangeArrowheads="1"/>
          </p:cNvSpPr>
          <p:nvPr/>
        </p:nvSpPr>
        <p:spPr bwMode="auto">
          <a:xfrm>
            <a:off x="0" y="800100"/>
            <a:ext cx="12192000" cy="698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>
              <a:defRPr/>
            </a:pPr>
            <a:endParaRPr lang="zh-CN" altLang="en-US" sz="1800" i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0223500" y="6237288"/>
            <a:ext cx="1354667" cy="476250"/>
          </a:xfrm>
          <a:prstGeom prst="rect">
            <a:avLst/>
          </a:prstGeom>
        </p:spPr>
        <p:txBody>
          <a:bodyPr/>
          <a:lstStyle>
            <a:lvl1pPr algn="r">
              <a:defRPr sz="1400" dirty="0">
                <a:solidFill>
                  <a:srgbClr val="0D7157"/>
                </a:solidFill>
                <a:latin typeface="Arial" panose="020B07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 -</a:t>
            </a:r>
            <a:fld id="{CAE7922D-FD5F-4BE1-993F-FD194E04727B}" type="slidenum">
              <a:rPr lang="en-US" altLang="zh-CN"/>
              <a:t>‹#›</a:t>
            </a:fld>
            <a:r>
              <a:rPr lang="en-US" altLang="zh-CN"/>
              <a:t>-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3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3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3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3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3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3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3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3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3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3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•"/>
        <a:defRPr lang="zh-CN" altLang="en-US" sz="2400" dirty="0">
          <a:solidFill>
            <a:schemeClr val="tx1"/>
          </a:solidFill>
          <a:latin typeface="+mn-ea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–"/>
        <a:defRPr lang="zh-CN" altLang="en-US" sz="2000" dirty="0">
          <a:solidFill>
            <a:srgbClr val="C00000"/>
          </a:solidFill>
          <a:latin typeface="+mn-ea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•"/>
        <a:defRPr lang="zh-CN" altLang="en-US" sz="2000" dirty="0">
          <a:solidFill>
            <a:schemeClr val="tx1"/>
          </a:solidFill>
          <a:latin typeface="+mn-ea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accent1"/>
          </a:solidFill>
          <a:uFillTx/>
          <a:latin typeface="Arial" panose="020B0704020202020204" pitchFamily="34" charset="0"/>
          <a:ea typeface="微软雅黑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704020202020204" pitchFamily="34" charset="0"/>
          <a:ea typeface="微软雅黑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704020202020204" pitchFamily="34" charset="0"/>
          <a:ea typeface="微软雅黑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704020202020204" pitchFamily="34" charset="0"/>
          <a:ea typeface="微软雅黑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704020202020204" pitchFamily="34" charset="0"/>
          <a:ea typeface="微软雅黑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704020202020204" pitchFamily="34" charset="0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tags" Target="../tags/tag137.xml"/><Relationship Id="rId7" Type="http://schemas.microsoft.com/office/2007/relationships/hdphoto" Target="../media/hdphoto2.wdp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notesSlide" Target="../notesSlides/notesSlide2.xml"/><Relationship Id="rId10" Type="http://schemas.openxmlformats.org/officeDocument/2006/relationships/image" Target="../media/image14.png"/><Relationship Id="rId4" Type="http://schemas.openxmlformats.org/officeDocument/2006/relationships/slideLayout" Target="../slideLayouts/slideLayout54.xml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tags" Target="../tags/tag13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tags" Target="../tags/tag13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tags" Target="../tags/tag142.xml"/><Relationship Id="rId7" Type="http://schemas.microsoft.com/office/2007/relationships/hdphoto" Target="../media/hdphoto2.wdp"/><Relationship Id="rId2" Type="http://schemas.openxmlformats.org/officeDocument/2006/relationships/tags" Target="../tags/tag141.xml"/><Relationship Id="rId1" Type="http://schemas.openxmlformats.org/officeDocument/2006/relationships/tags" Target="../tags/tag140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notesSlide" Target="../notesSlides/notesSlide3.xml"/><Relationship Id="rId10" Type="http://schemas.openxmlformats.org/officeDocument/2006/relationships/image" Target="../media/image14.png"/><Relationship Id="rId4" Type="http://schemas.openxmlformats.org/officeDocument/2006/relationships/slideLayout" Target="../slideLayouts/slideLayout54.xml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tags" Target="../tags/tag14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tags" Target="../tags/tag14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tags" Target="../tags/tag147.xml"/><Relationship Id="rId7" Type="http://schemas.microsoft.com/office/2007/relationships/hdphoto" Target="../media/hdphoto2.wdp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notesSlide" Target="../notesSlides/notesSlide4.xml"/><Relationship Id="rId10" Type="http://schemas.openxmlformats.org/officeDocument/2006/relationships/image" Target="../media/image14.png"/><Relationship Id="rId4" Type="http://schemas.openxmlformats.org/officeDocument/2006/relationships/slideLayout" Target="../slideLayouts/slideLayout54.xml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tags" Target="../tags/tag14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tags" Target="../tags/tag151.xml"/><Relationship Id="rId7" Type="http://schemas.microsoft.com/office/2007/relationships/hdphoto" Target="../media/hdphoto2.wdp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notesSlide" Target="../notesSlides/notesSlide5.xml"/><Relationship Id="rId10" Type="http://schemas.openxmlformats.org/officeDocument/2006/relationships/image" Target="../media/image14.png"/><Relationship Id="rId4" Type="http://schemas.openxmlformats.org/officeDocument/2006/relationships/slideLayout" Target="../slideLayouts/slideLayout54.xml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tags" Target="../tags/tag15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tags" Target="../tags/tag155.xml"/><Relationship Id="rId7" Type="http://schemas.microsoft.com/office/2007/relationships/hdphoto" Target="../media/hdphoto2.wdp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notesSlide" Target="../notesSlides/notesSlide6.xml"/><Relationship Id="rId10" Type="http://schemas.openxmlformats.org/officeDocument/2006/relationships/image" Target="../media/image14.png"/><Relationship Id="rId4" Type="http://schemas.openxmlformats.org/officeDocument/2006/relationships/slideLayout" Target="../slideLayouts/slideLayout54.xml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tags" Target="../tags/tag1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95" y="4878808"/>
            <a:ext cx="7139015" cy="151625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11254" y="693557"/>
            <a:ext cx="9144000" cy="1896745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sym typeface="Arial" panose="020B0704020202020204" pitchFamily="34" charset="0"/>
              </a:rPr>
              <a:t>计算机组成原理实验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775"/>
          <a:stretch>
            <a:fillRect/>
          </a:stretch>
        </p:blipFill>
        <p:spPr>
          <a:xfrm>
            <a:off x="0" y="0"/>
            <a:ext cx="3591499" cy="6858000"/>
          </a:xfrm>
          <a:prstGeom prst="rect">
            <a:avLst/>
          </a:prstGeom>
        </p:spPr>
      </p:pic>
      <p:pic>
        <p:nvPicPr>
          <p:cNvPr id="3" name="Picture 19" descr="MCj0215718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9369794" y="4178512"/>
            <a:ext cx="1818502" cy="1694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969" y="3789636"/>
            <a:ext cx="1831562" cy="24706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>
            <a:clrChange>
              <a:clrFrom>
                <a:srgbClr val="656D78"/>
              </a:clrFrom>
              <a:clrTo>
                <a:srgbClr val="656D7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52099" y="715288"/>
            <a:ext cx="880575" cy="87728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86581" y="1863284"/>
            <a:ext cx="4296880" cy="793906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34110" y="1323975"/>
            <a:ext cx="3341370" cy="34861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rtlCol="0" anchor="ctr" anchorCtr="0">
            <a:normAutofit/>
          </a:bodyPr>
          <a:lstStyle/>
          <a:p>
            <a:pPr algn="ctr"/>
            <a:r>
              <a:rPr lang="en-US" altLang="zh-CN" sz="21500" b="1" dirty="0">
                <a:ln w="25400">
                  <a:solidFill>
                    <a:schemeClr val="accent1"/>
                  </a:solidFill>
                </a:ln>
                <a:noFill/>
                <a:uFillTx/>
                <a:latin typeface="Arial" panose="020B0704020202020204" pitchFamily="34" charset="0"/>
                <a:ea typeface="微软雅黑" pitchFamily="34" charset="-122"/>
                <a:cs typeface="+mj-lt"/>
                <a:sym typeface="Arial" panose="020B0704020202020204" pitchFamily="34" charset="0"/>
              </a:rPr>
              <a:t>01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900" dirty="0">
                <a:solidFill>
                  <a:schemeClr val="accent1"/>
                </a:solidFill>
              </a:rPr>
              <a:t>一、运算器实验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73C89EC-13F0-4A4C-BF6B-4B7F82DE2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4000" dirty="0"/>
              <a:t>运算器</a:t>
            </a:r>
            <a:endParaRPr lang="en-US" altLang="zh-CN" sz="4000" dirty="0"/>
          </a:p>
          <a:p>
            <a:endParaRPr lang="zh-CN" altLang="en-US" sz="4000" dirty="0"/>
          </a:p>
          <a:p>
            <a:r>
              <a:rPr lang="en-US" altLang="zh-CN" dirty="0"/>
              <a:t>(1)</a:t>
            </a:r>
            <a:r>
              <a:rPr lang="zh-CN" altLang="en-US" dirty="0">
                <a:solidFill>
                  <a:srgbClr val="FF0000"/>
                </a:solidFill>
              </a:rPr>
              <a:t>实验注意事项：实验室卫生问题，插拔线等</a:t>
            </a:r>
            <a:r>
              <a:rPr lang="zh-CN" altLang="en-US" dirty="0"/>
              <a:t>；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(2)</a:t>
            </a:r>
            <a:r>
              <a:rPr lang="zh-CN" altLang="en-US" dirty="0"/>
              <a:t>介绍开发板，包括</a:t>
            </a:r>
            <a:r>
              <a:rPr lang="en-US" altLang="zh-CN" dirty="0"/>
              <a:t>ALU</a:t>
            </a:r>
            <a:r>
              <a:rPr lang="zh-CN" altLang="en-US" dirty="0"/>
              <a:t>，寄存器，键盘等；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(3) </a:t>
            </a:r>
            <a:r>
              <a:rPr lang="zh-CN" altLang="en-US" dirty="0"/>
              <a:t>研读</a:t>
            </a:r>
            <a:r>
              <a:rPr lang="en-US" altLang="zh-CN" b="1" dirty="0"/>
              <a:t>DICE-CP226</a:t>
            </a:r>
            <a:r>
              <a:rPr lang="zh-CN" altLang="en-US" b="1" dirty="0"/>
              <a:t>开发实验箱手册；</a:t>
            </a:r>
            <a:endParaRPr lang="en-US" altLang="zh-CN" dirty="0"/>
          </a:p>
          <a:p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1582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73C89EC-13F0-4A4C-BF6B-4B7F82DE2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(3)</a:t>
            </a:r>
            <a:r>
              <a:rPr lang="zh-CN" altLang="en-US" sz="2800" dirty="0">
                <a:solidFill>
                  <a:srgbClr val="FF0000"/>
                </a:solidFill>
              </a:rPr>
              <a:t>做实验</a:t>
            </a:r>
            <a:r>
              <a:rPr lang="en-US" altLang="zh-CN" sz="2800" dirty="0">
                <a:solidFill>
                  <a:srgbClr val="FF0000"/>
                </a:solidFill>
              </a:rPr>
              <a:t>2.1</a:t>
            </a:r>
            <a:r>
              <a:rPr lang="zh-CN" altLang="en-US" sz="2800" dirty="0">
                <a:solidFill>
                  <a:srgbClr val="FF0000"/>
                </a:solidFill>
              </a:rPr>
              <a:t>寄存器和</a:t>
            </a:r>
            <a:r>
              <a:rPr lang="en-US" altLang="zh-CN" sz="2800" dirty="0">
                <a:solidFill>
                  <a:srgbClr val="FF0000"/>
                </a:solidFill>
              </a:rPr>
              <a:t>2.2</a:t>
            </a:r>
            <a:r>
              <a:rPr lang="zh-CN" altLang="en-US" sz="2800" dirty="0">
                <a:solidFill>
                  <a:srgbClr val="FF0000"/>
                </a:solidFill>
              </a:rPr>
              <a:t>运算器</a:t>
            </a:r>
            <a:r>
              <a:rPr lang="en-US" altLang="zh-CN" sz="2800" dirty="0"/>
              <a:t>,</a:t>
            </a:r>
            <a:r>
              <a:rPr lang="zh-CN" altLang="en-US" sz="2800" dirty="0"/>
              <a:t>完成后给出</a:t>
            </a:r>
            <a:r>
              <a:rPr lang="en-US" altLang="zh-CN" sz="2800" dirty="0"/>
              <a:t>A=48H</a:t>
            </a:r>
            <a:r>
              <a:rPr lang="zh-CN" altLang="en-US" sz="2800" dirty="0"/>
              <a:t>，</a:t>
            </a:r>
            <a:r>
              <a:rPr lang="en-US" altLang="zh-CN" sz="2800" dirty="0"/>
              <a:t>W=CEH</a:t>
            </a:r>
            <a:r>
              <a:rPr lang="zh-CN" altLang="en-US" sz="2800" dirty="0"/>
              <a:t>，手算出</a:t>
            </a:r>
            <a:r>
              <a:rPr lang="en-US" altLang="zh-CN" sz="2800" dirty="0"/>
              <a:t>s0s1s2</a:t>
            </a:r>
            <a:r>
              <a:rPr lang="zh-CN" altLang="en-US" sz="2800" dirty="0"/>
              <a:t>所对应的八种运算，再用箱子来验证。</a:t>
            </a:r>
          </a:p>
          <a:p>
            <a:endParaRPr lang="zh-CN" alt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0731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775"/>
          <a:stretch>
            <a:fillRect/>
          </a:stretch>
        </p:blipFill>
        <p:spPr>
          <a:xfrm>
            <a:off x="0" y="0"/>
            <a:ext cx="3591499" cy="6858000"/>
          </a:xfrm>
          <a:prstGeom prst="rect">
            <a:avLst/>
          </a:prstGeom>
        </p:spPr>
      </p:pic>
      <p:pic>
        <p:nvPicPr>
          <p:cNvPr id="3" name="Picture 19" descr="MCj0215718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9369794" y="4178512"/>
            <a:ext cx="1818502" cy="1694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969" y="3789636"/>
            <a:ext cx="1831562" cy="24706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>
            <a:clrChange>
              <a:clrFrom>
                <a:srgbClr val="656D78"/>
              </a:clrFrom>
              <a:clrTo>
                <a:srgbClr val="656D7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52099" y="715288"/>
            <a:ext cx="880575" cy="87728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86581" y="1863284"/>
            <a:ext cx="4296880" cy="793906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34110" y="1323975"/>
            <a:ext cx="3341370" cy="34861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rtlCol="0" anchor="ctr" anchorCtr="0">
            <a:normAutofit/>
          </a:bodyPr>
          <a:lstStyle/>
          <a:p>
            <a:pPr algn="ctr"/>
            <a:r>
              <a:rPr lang="en-US" altLang="zh-CN" sz="21500" b="1" dirty="0">
                <a:ln w="25400">
                  <a:solidFill>
                    <a:schemeClr val="accent1"/>
                  </a:solidFill>
                </a:ln>
                <a:noFill/>
                <a:uFillTx/>
                <a:latin typeface="Arial" panose="020B0704020202020204" pitchFamily="34" charset="0"/>
                <a:ea typeface="微软雅黑" pitchFamily="34" charset="-122"/>
                <a:cs typeface="+mj-lt"/>
                <a:sym typeface="Arial" panose="020B0704020202020204" pitchFamily="34" charset="0"/>
              </a:rPr>
              <a:t>01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676775" y="1592577"/>
            <a:ext cx="6876128" cy="138920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SzPct val="100000"/>
            </a:pPr>
            <a:r>
              <a:rPr lang="zh-CN" altLang="en-US" sz="4900" dirty="0">
                <a:solidFill>
                  <a:schemeClr val="accent1"/>
                </a:solidFill>
              </a:rPr>
              <a:t>二、</a:t>
            </a:r>
            <a:r>
              <a:rPr lang="zh-CN" altLang="en-US" dirty="0"/>
              <a:t>存储器</a:t>
            </a:r>
            <a:r>
              <a:rPr lang="zh-CN" altLang="en-US" sz="4900" dirty="0">
                <a:solidFill>
                  <a:schemeClr val="accent1"/>
                </a:solidFill>
              </a:rPr>
              <a:t>实验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07371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73C89EC-13F0-4A4C-BF6B-4B7F82DE2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882" y="952508"/>
            <a:ext cx="10852237" cy="9538511"/>
          </a:xfrm>
        </p:spPr>
        <p:txBody>
          <a:bodyPr/>
          <a:lstStyle/>
          <a:p>
            <a:r>
              <a:rPr lang="zh-CN" altLang="en-US" sz="2800" dirty="0"/>
              <a:t> </a:t>
            </a:r>
            <a:r>
              <a:rPr lang="en-US" altLang="zh-CN" sz="2800" dirty="0"/>
              <a:t>(1)</a:t>
            </a:r>
            <a:r>
              <a:rPr lang="zh-CN" altLang="en-US" sz="2800" dirty="0"/>
              <a:t>完成</a:t>
            </a:r>
            <a:r>
              <a:rPr lang="zh-CN" altLang="en-US" sz="2800" dirty="0">
                <a:solidFill>
                  <a:srgbClr val="FF0000"/>
                </a:solidFill>
              </a:rPr>
              <a:t>实验</a:t>
            </a:r>
            <a:r>
              <a:rPr lang="en-US" altLang="zh-CN" sz="2800" dirty="0">
                <a:solidFill>
                  <a:srgbClr val="FF0000"/>
                </a:solidFill>
              </a:rPr>
              <a:t>2.3</a:t>
            </a:r>
            <a:r>
              <a:rPr lang="zh-CN" altLang="en-US" sz="2800" dirty="0">
                <a:solidFill>
                  <a:srgbClr val="FF0000"/>
                </a:solidFill>
              </a:rPr>
              <a:t>和实验</a:t>
            </a:r>
            <a:r>
              <a:rPr lang="en-US" altLang="zh-CN" sz="2800" dirty="0">
                <a:solidFill>
                  <a:srgbClr val="FF0000"/>
                </a:solidFill>
              </a:rPr>
              <a:t>2.5</a:t>
            </a:r>
            <a:r>
              <a:rPr lang="zh-CN" altLang="en-US" sz="2800" dirty="0"/>
              <a:t>，了解移位和</a:t>
            </a:r>
            <a:r>
              <a:rPr lang="en-US" altLang="zh-CN" sz="2800" dirty="0"/>
              <a:t>PC</a:t>
            </a:r>
            <a:r>
              <a:rPr lang="zh-CN" altLang="en-US" sz="2800" dirty="0"/>
              <a:t>的工作原理</a:t>
            </a:r>
            <a:endParaRPr lang="en-US" altLang="zh-CN" sz="2800" dirty="0"/>
          </a:p>
          <a:p>
            <a:endParaRPr lang="zh-CN" altLang="en-US" sz="2800" dirty="0"/>
          </a:p>
          <a:p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）结合第一次课和</a:t>
            </a:r>
            <a:r>
              <a:rPr lang="en-US" altLang="zh-CN" sz="2800" dirty="0"/>
              <a:t>2.3</a:t>
            </a:r>
            <a:r>
              <a:rPr lang="zh-CN" altLang="en-US" sz="2800" dirty="0"/>
              <a:t>做综合实验：</a:t>
            </a:r>
            <a:r>
              <a:rPr lang="en-US" altLang="zh-CN" sz="2800" dirty="0"/>
              <a:t>【</a:t>
            </a:r>
            <a:r>
              <a:rPr lang="zh-CN" altLang="en-US" sz="2800" dirty="0">
                <a:solidFill>
                  <a:srgbClr val="FF0000"/>
                </a:solidFill>
              </a:rPr>
              <a:t>数据交换</a:t>
            </a:r>
            <a:r>
              <a:rPr lang="en-US" altLang="zh-CN" sz="2800" dirty="0"/>
              <a:t>】【R0</a:t>
            </a:r>
            <a:r>
              <a:rPr lang="zh-CN" altLang="en-US" sz="2800" dirty="0"/>
              <a:t>～</a:t>
            </a:r>
            <a:r>
              <a:rPr lang="en-US" altLang="zh-CN" sz="2800" dirty="0"/>
              <a:t>R3</a:t>
            </a:r>
            <a:r>
              <a:rPr lang="zh-CN" altLang="en-US" sz="2800" dirty="0"/>
              <a:t>寄存器</a:t>
            </a:r>
            <a:r>
              <a:rPr lang="en-US" altLang="zh-CN" sz="2800" dirty="0"/>
              <a:t>】</a:t>
            </a:r>
            <a:r>
              <a:rPr lang="zh-CN" altLang="en-US" sz="2800" dirty="0"/>
              <a:t>将</a:t>
            </a:r>
            <a:r>
              <a:rPr lang="en-US" altLang="zh-CN" sz="2800" dirty="0"/>
              <a:t>34H</a:t>
            </a:r>
            <a:r>
              <a:rPr lang="zh-CN" altLang="en-US" sz="2800" dirty="0"/>
              <a:t>写入</a:t>
            </a:r>
            <a:r>
              <a:rPr lang="en-US" altLang="zh-CN" sz="2800" dirty="0"/>
              <a:t>R0</a:t>
            </a:r>
            <a:r>
              <a:rPr lang="zh-CN" altLang="en-US" sz="2800" dirty="0"/>
              <a:t>寄存器、</a:t>
            </a:r>
            <a:r>
              <a:rPr lang="en-US" altLang="zh-CN" sz="2800" dirty="0"/>
              <a:t>43H</a:t>
            </a:r>
            <a:r>
              <a:rPr lang="zh-CN" altLang="en-US" sz="2800" dirty="0"/>
              <a:t>写入</a:t>
            </a:r>
            <a:r>
              <a:rPr lang="en-US" altLang="zh-CN" sz="2800" dirty="0"/>
              <a:t>R1</a:t>
            </a:r>
            <a:r>
              <a:rPr lang="zh-CN" altLang="en-US" sz="2800" dirty="0"/>
              <a:t>寄存器，完成这两个数的交换。详见“第二次数据交换实验</a:t>
            </a:r>
            <a:r>
              <a:rPr lang="en-US" altLang="zh-CN" sz="2800" dirty="0"/>
              <a:t>.doc”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7786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73C89EC-13F0-4A4C-BF6B-4B7F82DE2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(2) </a:t>
            </a:r>
            <a:r>
              <a:rPr lang="zh-CN" altLang="en-US" sz="2800" dirty="0"/>
              <a:t>阅读</a:t>
            </a:r>
            <a:r>
              <a:rPr lang="en-US" altLang="zh-CN" sz="2800" dirty="0">
                <a:solidFill>
                  <a:srgbClr val="FF0000"/>
                </a:solidFill>
              </a:rPr>
              <a:t>2.6</a:t>
            </a:r>
            <a:r>
              <a:rPr lang="zh-CN" altLang="en-US" sz="2800" dirty="0">
                <a:solidFill>
                  <a:srgbClr val="FF0000"/>
                </a:solidFill>
              </a:rPr>
              <a:t>内容并完成存储器实验</a:t>
            </a:r>
            <a:r>
              <a:rPr lang="zh-CN" altLang="en-US" sz="2800" dirty="0"/>
              <a:t>（实验</a:t>
            </a:r>
            <a:r>
              <a:rPr lang="en-US" altLang="zh-CN" sz="2800" dirty="0"/>
              <a:t>1,2,3,4</a:t>
            </a:r>
            <a:r>
              <a:rPr lang="zh-CN" altLang="en-US" sz="2800" dirty="0"/>
              <a:t>），理解内存的地址和内容的关系；</a:t>
            </a:r>
          </a:p>
          <a:p>
            <a:r>
              <a:rPr lang="en-US" altLang="zh-CN" sz="2800" dirty="0"/>
              <a:t>(3) 2.6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FF0000"/>
                </a:solidFill>
              </a:rPr>
              <a:t>实验</a:t>
            </a:r>
            <a:r>
              <a:rPr lang="en-US" altLang="zh-CN" sz="2800" dirty="0">
                <a:solidFill>
                  <a:srgbClr val="FF0000"/>
                </a:solidFill>
              </a:rPr>
              <a:t>5</a:t>
            </a:r>
            <a:r>
              <a:rPr lang="zh-CN" altLang="en-US" sz="2800" dirty="0">
                <a:solidFill>
                  <a:srgbClr val="FF0000"/>
                </a:solidFill>
              </a:rPr>
              <a:t>熟练操作</a:t>
            </a:r>
            <a:r>
              <a:rPr lang="zh-CN" altLang="en-US" sz="2800" dirty="0"/>
              <a:t>，后面的两次实验自动模式的时候会用到   </a:t>
            </a:r>
            <a:r>
              <a:rPr lang="en-US" altLang="zh-CN" sz="2800" dirty="0"/>
              <a:t>(</a:t>
            </a:r>
            <a:r>
              <a:rPr lang="zh-CN" altLang="en-US" sz="2800" dirty="0"/>
              <a:t>两节课时间</a:t>
            </a:r>
            <a:r>
              <a:rPr lang="en-US" altLang="zh-CN" sz="2800" dirty="0"/>
              <a:t>)</a:t>
            </a:r>
            <a:endParaRPr lang="zh-CN" altLang="en-US" sz="2800" dirty="0"/>
          </a:p>
          <a:p>
            <a:endParaRPr lang="zh-CN" alt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2499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775"/>
          <a:stretch>
            <a:fillRect/>
          </a:stretch>
        </p:blipFill>
        <p:spPr>
          <a:xfrm>
            <a:off x="0" y="0"/>
            <a:ext cx="3591499" cy="6858000"/>
          </a:xfrm>
          <a:prstGeom prst="rect">
            <a:avLst/>
          </a:prstGeom>
        </p:spPr>
      </p:pic>
      <p:pic>
        <p:nvPicPr>
          <p:cNvPr id="3" name="Picture 19" descr="MCj0215718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9369794" y="4178512"/>
            <a:ext cx="1818502" cy="1694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969" y="3789636"/>
            <a:ext cx="1831562" cy="24706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>
            <a:clrChange>
              <a:clrFrom>
                <a:srgbClr val="656D78"/>
              </a:clrFrom>
              <a:clrTo>
                <a:srgbClr val="656D7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52099" y="715288"/>
            <a:ext cx="880575" cy="87728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86581" y="1863284"/>
            <a:ext cx="4296880" cy="793906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34110" y="1323975"/>
            <a:ext cx="3341370" cy="34861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rtlCol="0" anchor="ctr" anchorCtr="0">
            <a:normAutofit/>
          </a:bodyPr>
          <a:lstStyle/>
          <a:p>
            <a:pPr algn="ctr"/>
            <a:r>
              <a:rPr lang="en-US" altLang="zh-CN" sz="21500" b="1" dirty="0">
                <a:ln w="25400">
                  <a:solidFill>
                    <a:schemeClr val="accent1"/>
                  </a:solidFill>
                </a:ln>
                <a:noFill/>
                <a:uFillTx/>
                <a:latin typeface="Arial" panose="020B0704020202020204" pitchFamily="34" charset="0"/>
                <a:ea typeface="微软雅黑" pitchFamily="34" charset="-122"/>
                <a:cs typeface="+mj-lt"/>
                <a:sym typeface="Arial" panose="020B0704020202020204" pitchFamily="34" charset="0"/>
              </a:rPr>
              <a:t>01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buSzPct val="100000"/>
            </a:pPr>
            <a:r>
              <a:rPr lang="zh-CN" altLang="en-US" sz="4900" dirty="0"/>
              <a:t>三、指令系统实验</a:t>
            </a:r>
            <a:endParaRPr lang="zh-CN" altLang="en-US" sz="4900" dirty="0">
              <a:solidFill>
                <a:schemeClr val="accent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93219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73C89EC-13F0-4A4C-BF6B-4B7F82DE2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4000" dirty="0"/>
              <a:t>指令系统</a:t>
            </a:r>
          </a:p>
          <a:p>
            <a:r>
              <a:rPr lang="en-US" altLang="zh-CN" sz="2800" dirty="0"/>
              <a:t>(1) </a:t>
            </a:r>
            <a:r>
              <a:rPr lang="zh-CN" altLang="en-US" sz="2800" dirty="0"/>
              <a:t>阅读第三章，模型机</a:t>
            </a:r>
            <a:r>
              <a:rPr lang="zh-CN" altLang="en-US" sz="2800" dirty="0">
                <a:solidFill>
                  <a:srgbClr val="FF0000"/>
                </a:solidFill>
              </a:rPr>
              <a:t>总体结构、寻址方式、指令集</a:t>
            </a:r>
            <a:r>
              <a:rPr lang="zh-CN" altLang="en-US" sz="2800" dirty="0"/>
              <a:t>；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/>
              <a:t>(</a:t>
            </a:r>
            <a:r>
              <a:rPr lang="en-US" altLang="zh-CN" sz="2800"/>
              <a:t>2) </a:t>
            </a:r>
            <a:r>
              <a:rPr lang="zh-CN" altLang="en-US" sz="2800"/>
              <a:t> </a:t>
            </a:r>
            <a:r>
              <a:rPr lang="zh-CN" altLang="en-US" sz="2800" dirty="0"/>
              <a:t>完成第四章，</a:t>
            </a:r>
            <a:r>
              <a:rPr lang="zh-CN" altLang="en-US" sz="2800" dirty="0">
                <a:solidFill>
                  <a:srgbClr val="FF0000"/>
                </a:solidFill>
              </a:rPr>
              <a:t>实验</a:t>
            </a:r>
            <a:r>
              <a:rPr lang="en-US" altLang="zh-CN" sz="2800" dirty="0">
                <a:solidFill>
                  <a:srgbClr val="FF0000"/>
                </a:solidFill>
              </a:rPr>
              <a:t>1-5</a:t>
            </a:r>
            <a:r>
              <a:rPr lang="zh-CN" altLang="en-US" sz="2800" dirty="0"/>
              <a:t>；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/>
              <a:t>(3) </a:t>
            </a:r>
            <a:r>
              <a:rPr lang="zh-CN" altLang="en-US" sz="2800" dirty="0"/>
              <a:t>介绍</a:t>
            </a:r>
            <a:r>
              <a:rPr lang="en-US" altLang="zh-CN" sz="2800" dirty="0"/>
              <a:t>P55</a:t>
            </a:r>
            <a:r>
              <a:rPr lang="zh-CN" altLang="en-US" sz="2800" dirty="0"/>
              <a:t>页实验的实现过程，看</a:t>
            </a:r>
            <a:r>
              <a:rPr lang="en-US" altLang="zh-CN" sz="2800" dirty="0"/>
              <a:t>P56-58</a:t>
            </a:r>
            <a:r>
              <a:rPr lang="zh-CN" altLang="en-US" sz="2800" dirty="0"/>
              <a:t>，理解数据流的过程</a:t>
            </a:r>
            <a:endParaRPr lang="en-US" altLang="zh-CN" sz="2800" dirty="0"/>
          </a:p>
          <a:p>
            <a:endParaRPr lang="zh-CN" altLang="en-US" sz="2800" dirty="0"/>
          </a:p>
          <a:p>
            <a:r>
              <a:rPr lang="en-US" altLang="zh-CN" sz="2800" dirty="0"/>
              <a:t>(4) </a:t>
            </a:r>
            <a:r>
              <a:rPr lang="zh-CN" altLang="en-US" sz="2800" dirty="0">
                <a:solidFill>
                  <a:srgbClr val="FF0000"/>
                </a:solidFill>
              </a:rPr>
              <a:t>介绍箱子的指令集合，实现</a:t>
            </a:r>
            <a:r>
              <a:rPr lang="en-US" altLang="zh-CN" sz="2800" dirty="0">
                <a:solidFill>
                  <a:srgbClr val="FF0000"/>
                </a:solidFill>
              </a:rPr>
              <a:t>y=x+1</a:t>
            </a:r>
            <a:r>
              <a:rPr lang="zh-CN" altLang="en-US" sz="2800" dirty="0">
                <a:solidFill>
                  <a:srgbClr val="FF0000"/>
                </a:solidFill>
              </a:rPr>
              <a:t>并输出</a:t>
            </a:r>
          </a:p>
          <a:p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61990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775"/>
          <a:stretch>
            <a:fillRect/>
          </a:stretch>
        </p:blipFill>
        <p:spPr>
          <a:xfrm>
            <a:off x="0" y="0"/>
            <a:ext cx="3591499" cy="6858000"/>
          </a:xfrm>
          <a:prstGeom prst="rect">
            <a:avLst/>
          </a:prstGeom>
        </p:spPr>
      </p:pic>
      <p:pic>
        <p:nvPicPr>
          <p:cNvPr id="3" name="Picture 19" descr="MCj0215718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9369794" y="4178512"/>
            <a:ext cx="1818502" cy="1694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969" y="3789636"/>
            <a:ext cx="1831562" cy="24706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>
            <a:clrChange>
              <a:clrFrom>
                <a:srgbClr val="656D78"/>
              </a:clrFrom>
              <a:clrTo>
                <a:srgbClr val="656D7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52099" y="715288"/>
            <a:ext cx="880575" cy="87728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86581" y="1863284"/>
            <a:ext cx="4296880" cy="793906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34110" y="1323975"/>
            <a:ext cx="3341370" cy="34861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rtlCol="0" anchor="ctr" anchorCtr="0">
            <a:normAutofit/>
          </a:bodyPr>
          <a:lstStyle/>
          <a:p>
            <a:pPr algn="ctr"/>
            <a:r>
              <a:rPr lang="en-US" altLang="zh-CN" sz="21500" b="1" dirty="0">
                <a:ln w="25400">
                  <a:solidFill>
                    <a:schemeClr val="accent1"/>
                  </a:solidFill>
                </a:ln>
                <a:noFill/>
                <a:uFillTx/>
                <a:latin typeface="Arial" panose="020B0704020202020204" pitchFamily="34" charset="0"/>
                <a:ea typeface="微软雅黑" pitchFamily="34" charset="-122"/>
                <a:cs typeface="+mj-lt"/>
                <a:sym typeface="Arial" panose="020B0704020202020204" pitchFamily="34" charset="0"/>
              </a:rPr>
              <a:t>01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900" dirty="0"/>
              <a:t>四</a:t>
            </a:r>
            <a:r>
              <a:rPr lang="zh-CN" altLang="en-US" sz="4900" dirty="0">
                <a:solidFill>
                  <a:schemeClr val="accent1"/>
                </a:solidFill>
              </a:rPr>
              <a:t>、综合编程实验</a:t>
            </a:r>
            <a:r>
              <a:rPr lang="en-US" altLang="zh-CN" sz="4900" dirty="0">
                <a:solidFill>
                  <a:schemeClr val="accent1"/>
                </a:solidFill>
              </a:rPr>
              <a:t>1</a:t>
            </a:r>
            <a:endParaRPr lang="zh-CN" altLang="en-US" sz="4900" dirty="0">
              <a:solidFill>
                <a:schemeClr val="accent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99558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73C89EC-13F0-4A4C-BF6B-4B7F82DE2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4000" dirty="0">
                <a:solidFill>
                  <a:srgbClr val="FF0000"/>
                </a:solidFill>
              </a:rPr>
              <a:t>指令编程实验</a:t>
            </a:r>
            <a:r>
              <a:rPr lang="en-US" altLang="zh-CN" sz="4000" dirty="0">
                <a:solidFill>
                  <a:srgbClr val="FF0000"/>
                </a:solidFill>
              </a:rPr>
              <a:t>1</a:t>
            </a:r>
          </a:p>
          <a:p>
            <a:endParaRPr lang="en-US" altLang="zh-CN" sz="2800" dirty="0"/>
          </a:p>
          <a:p>
            <a:r>
              <a:rPr lang="zh-CN" altLang="en-US" sz="2800" dirty="0"/>
              <a:t>各种流水灯实验</a:t>
            </a:r>
            <a:endParaRPr lang="en-US" altLang="zh-CN" sz="2800" dirty="0"/>
          </a:p>
          <a:p>
            <a:r>
              <a:rPr lang="zh-CN" altLang="en-US" sz="2800" dirty="0"/>
              <a:t>（</a:t>
            </a:r>
            <a:r>
              <a:rPr lang="en-US" altLang="zh-CN" sz="2800" dirty="0"/>
              <a:t>2-3</a:t>
            </a:r>
            <a:r>
              <a:rPr lang="zh-CN" altLang="en-US" sz="2800" dirty="0"/>
              <a:t>种方式）</a:t>
            </a:r>
            <a:endParaRPr lang="en-US" altLang="zh-CN" sz="2800" dirty="0"/>
          </a:p>
          <a:p>
            <a:r>
              <a:rPr lang="zh-CN" altLang="en-US" sz="2800"/>
              <a:t>主要原理：移位，跳转</a:t>
            </a:r>
            <a:endParaRPr lang="en-US" altLang="zh-CN" sz="2800" dirty="0"/>
          </a:p>
          <a:p>
            <a:endParaRPr lang="zh-CN" altLang="en-US" sz="2800" dirty="0"/>
          </a:p>
          <a:p>
            <a:endParaRPr lang="zh-CN" alt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3273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775"/>
          <a:stretch>
            <a:fillRect/>
          </a:stretch>
        </p:blipFill>
        <p:spPr>
          <a:xfrm>
            <a:off x="0" y="0"/>
            <a:ext cx="3591499" cy="6858000"/>
          </a:xfrm>
          <a:prstGeom prst="rect">
            <a:avLst/>
          </a:prstGeom>
        </p:spPr>
      </p:pic>
      <p:pic>
        <p:nvPicPr>
          <p:cNvPr id="3" name="Picture 19" descr="MCj0215718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9369794" y="4178512"/>
            <a:ext cx="1818502" cy="1694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969" y="3789636"/>
            <a:ext cx="1831562" cy="24706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>
            <a:clrChange>
              <a:clrFrom>
                <a:srgbClr val="656D78"/>
              </a:clrFrom>
              <a:clrTo>
                <a:srgbClr val="656D7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52099" y="715288"/>
            <a:ext cx="880575" cy="87728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86581" y="1863284"/>
            <a:ext cx="4296880" cy="793906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34110" y="1323975"/>
            <a:ext cx="3341370" cy="34861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rtlCol="0" anchor="ctr" anchorCtr="0">
            <a:normAutofit/>
          </a:bodyPr>
          <a:lstStyle/>
          <a:p>
            <a:pPr algn="ctr"/>
            <a:r>
              <a:rPr lang="en-US" altLang="zh-CN" sz="21500" b="1" dirty="0">
                <a:ln w="25400">
                  <a:solidFill>
                    <a:schemeClr val="accent1"/>
                  </a:solidFill>
                </a:ln>
                <a:noFill/>
                <a:uFillTx/>
                <a:latin typeface="Arial" panose="020B0704020202020204" pitchFamily="34" charset="0"/>
                <a:ea typeface="微软雅黑" pitchFamily="34" charset="-122"/>
                <a:cs typeface="+mj-lt"/>
                <a:sym typeface="Arial" panose="020B0704020202020204" pitchFamily="34" charset="0"/>
              </a:rPr>
              <a:t>01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900" dirty="0"/>
              <a:t>五</a:t>
            </a:r>
            <a:r>
              <a:rPr lang="zh-CN" altLang="en-US" sz="4900" dirty="0">
                <a:solidFill>
                  <a:schemeClr val="accent1"/>
                </a:solidFill>
              </a:rPr>
              <a:t>、综合编程实验</a:t>
            </a:r>
            <a:r>
              <a:rPr lang="en-US" altLang="zh-CN" sz="4900" dirty="0"/>
              <a:t>2</a:t>
            </a:r>
            <a:endParaRPr lang="zh-CN" altLang="en-US" sz="4900" dirty="0">
              <a:solidFill>
                <a:schemeClr val="accent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30202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73C89EC-13F0-4A4C-BF6B-4B7F82DE2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4000" dirty="0">
                <a:solidFill>
                  <a:srgbClr val="FF0000"/>
                </a:solidFill>
              </a:rPr>
              <a:t>指令编程实验</a:t>
            </a:r>
            <a:r>
              <a:rPr lang="en-US" altLang="zh-CN" sz="4000" dirty="0">
                <a:solidFill>
                  <a:srgbClr val="FF0000"/>
                </a:solidFill>
              </a:rPr>
              <a:t>2</a:t>
            </a:r>
          </a:p>
          <a:p>
            <a:endParaRPr lang="en-US" altLang="zh-CN" sz="2800" dirty="0"/>
          </a:p>
          <a:p>
            <a:r>
              <a:rPr lang="en-US" altLang="zh-CN" sz="2800" dirty="0"/>
              <a:t>1</a:t>
            </a:r>
            <a:r>
              <a:rPr lang="zh-CN" altLang="en-US" sz="2800" dirty="0"/>
              <a:t>）实现</a:t>
            </a:r>
            <a:r>
              <a:rPr lang="en-US" altLang="zh-CN" sz="2800" dirty="0"/>
              <a:t>1+2+3+</a:t>
            </a:r>
            <a:r>
              <a:rPr lang="zh-CN" altLang="en-US" sz="2800" dirty="0"/>
              <a:t>。。。</a:t>
            </a:r>
            <a:r>
              <a:rPr lang="en-US" altLang="zh-CN" sz="2800" dirty="0"/>
              <a:t>+10</a:t>
            </a:r>
          </a:p>
          <a:p>
            <a:endParaRPr lang="en-US" altLang="zh-CN" sz="2800" dirty="0"/>
          </a:p>
          <a:p>
            <a:r>
              <a:rPr lang="en-US" altLang="zh-CN" sz="2800" dirty="0"/>
              <a:t>2</a:t>
            </a:r>
            <a:r>
              <a:rPr lang="zh-CN" altLang="en-US" sz="2800" dirty="0"/>
              <a:t>）实现到</a:t>
            </a:r>
            <a:r>
              <a:rPr lang="en-US" altLang="zh-CN" sz="2800" dirty="0"/>
              <a:t>1</a:t>
            </a:r>
            <a:r>
              <a:rPr lang="zh-CN" altLang="en-US" sz="2800" dirty="0"/>
              <a:t>加到</a:t>
            </a:r>
            <a:r>
              <a:rPr lang="en-US" altLang="zh-CN" sz="2800" dirty="0"/>
              <a:t>100</a:t>
            </a:r>
          </a:p>
          <a:p>
            <a:endParaRPr lang="zh-CN" alt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96127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,&quot;SettingType&quot;:&quot;System&quot;}"/>
  <p:tag name="COMMONDATA" val="eyJoZGlkIjoiYWU1YTkwODRkYTcxOWRhYWM1NmI1MjVjYTk2NWY2Zj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6915"/>
  <p:tag name="KSO_WM_TEMPLATE_MASTER_THUMB_INDEX" val="12"/>
  <p:tag name="KSO_WM_TEMPLATE_THUMBS_INDEX" val="1、4、7、8、10、11、12、13、1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7"/>
  <p:tag name="KSO_WM_UNIT_LAYERLEVEL" val="1"/>
  <p:tag name="KSO_WM_TAG_VERSION" val="1.0"/>
  <p:tag name="KSO_WM_BEAUTIFY_FLAG" val="#wm#"/>
  <p:tag name="KSO_WM_UNIT_TYPE" val="y"/>
  <p:tag name="KSO_WM_UNIT_INDEX" val="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5"/>
  <p:tag name="KSO_WM_UNIT_LAYERLEVEL" val="1"/>
  <p:tag name="KSO_WM_TAG_VERSION" val="1.0"/>
  <p:tag name="KSO_WM_BEAUTIFY_FLAG" val="#wm#"/>
  <p:tag name="KSO_WM_UNIT_TYPE" val="y"/>
  <p:tag name="KSO_WM_UNIT_INDEX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6"/>
  <p:tag name="KSO_WM_UNIT_LAYERLEVEL" val="1"/>
  <p:tag name="KSO_WM_TAG_VERSION" val="1.0"/>
  <p:tag name="KSO_WM_BEAUTIFY_FLAG" val="#wm#"/>
  <p:tag name="KSO_WM_UNIT_TYPE" val="y"/>
  <p:tag name="KSO_WM_UNIT_INDEX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e84dfe29-b165-a3e8-768a-e867668b2d40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7326fb1e-cb7c-e4ea-768a-e86785c2dacc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6915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6915"/>
  <p:tag name="KSO_WM_SLIDE_LAYOUT" val="a_b_f"/>
  <p:tag name="KSO_WM_SLIDE_LAYOUT_CNT" val="1_1_1"/>
  <p:tag name="KSO_WM_TEMPLATE_MASTER_THUMB_INDEX" val="12"/>
  <p:tag name="KSO_WM_TEMPLATE_THUMBS_INDEX" val="1、4、7、8、10、11、12、13、15"/>
  <p:tag name="KSO_WM_SPECIAL_SOURCE" val="bdnull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6915_1*a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空白演示经典风格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6915"/>
  <p:tag name="KSO_WM_SLIDE_ID" val="custom20206915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SLIDE_LAYOUT" val="a_b_e"/>
  <p:tag name="KSO_WM_SLIDE_LAYOUT_CNT" val="1_1_1"/>
  <p:tag name="KSO_WM_SPECIAL_SOURCE" val="bdnull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6915_7*e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01"/>
  <p:tag name="KSO_WM_UNIT_NOCLEAR" val="0"/>
  <p:tag name="KSO_WM_UNIT_VALUE" val="2"/>
  <p:tag name="KSO_WM_UNIT_TEXT_FORE_SCHEMECOLOR_INDEX_BRIGHTNESS" val="0"/>
  <p:tag name="KSO_WM_UNIT_TEXT_FORE_SCHEMECOLOR_INDEX" val="5"/>
  <p:tag name="KSO_WM_UNIT_TEXT_LINE_FILL_TYPE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6915_7*a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单击此处添加标题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6915"/>
  <p:tag name="KSO_WM_SLIDE_ID" val="custom20206915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SLIDE_LAYOUT" val="a_b_e"/>
  <p:tag name="KSO_WM_SLIDE_LAYOUT_CNT" val="1_1_1"/>
  <p:tag name="KSO_WM_SPECIAL_SOURCE" val="bdnull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6915_7*e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01"/>
  <p:tag name="KSO_WM_UNIT_NOCLEAR" val="0"/>
  <p:tag name="KSO_WM_UNIT_VALUE" val="2"/>
  <p:tag name="KSO_WM_UNIT_TEXT_FORE_SCHEMECOLOR_INDEX_BRIGHTNESS" val="0"/>
  <p:tag name="KSO_WM_UNIT_TEXT_FORE_SCHEMECOLOR_INDEX" val="5"/>
  <p:tag name="KSO_WM_UNIT_TEXT_LINE_FILL_TYPE" val="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6915_7*a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单击此处添加标题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6915"/>
  <p:tag name="KSO_WM_SLIDE_ID" val="custom20206915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SLIDE_LAYOUT" val="a_b_e"/>
  <p:tag name="KSO_WM_SLIDE_LAYOUT_CNT" val="1_1_1"/>
  <p:tag name="KSO_WM_SPECIAL_SOURCE" val="bdnull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6915_7*e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01"/>
  <p:tag name="KSO_WM_UNIT_NOCLEAR" val="0"/>
  <p:tag name="KSO_WM_UNIT_VALUE" val="2"/>
  <p:tag name="KSO_WM_UNIT_TEXT_FORE_SCHEMECOLOR_INDEX_BRIGHTNESS" val="0"/>
  <p:tag name="KSO_WM_UNIT_TEXT_FORE_SCHEMECOLOR_INDEX" val="5"/>
  <p:tag name="KSO_WM_UNIT_TEXT_LINE_FILL_TYPE" val="2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6915_7*a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单击此处添加标题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6915"/>
  <p:tag name="KSO_WM_SLIDE_ID" val="custom20206915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SLIDE_LAYOUT" val="a_b_e"/>
  <p:tag name="KSO_WM_SLIDE_LAYOUT_CNT" val="1_1_1"/>
  <p:tag name="KSO_WM_SPECIAL_SOURCE" val="bdnull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6915_7*e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01"/>
  <p:tag name="KSO_WM_UNIT_NOCLEAR" val="0"/>
  <p:tag name="KSO_WM_UNIT_VALUE" val="2"/>
  <p:tag name="KSO_WM_UNIT_TEXT_FORE_SCHEMECOLOR_INDEX_BRIGHTNESS" val="0"/>
  <p:tag name="KSO_WM_UNIT_TEXT_FORE_SCHEMECOLOR_INDEX" val="5"/>
  <p:tag name="KSO_WM_UNIT_TEXT_LINE_FILL_TYPE" val="2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6915_7*a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单击此处添加标题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6915"/>
  <p:tag name="KSO_WM_SLIDE_ID" val="custom20206915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SLIDE_LAYOUT" val="a_b_e"/>
  <p:tag name="KSO_WM_SLIDE_LAYOUT_CNT" val="1_1_1"/>
  <p:tag name="KSO_WM_SPECIAL_SOURCE" val="bdnull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6915_7*e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01"/>
  <p:tag name="KSO_WM_UNIT_NOCLEAR" val="0"/>
  <p:tag name="KSO_WM_UNIT_VALUE" val="2"/>
  <p:tag name="KSO_WM_UNIT_TEXT_FORE_SCHEMECOLOR_INDEX_BRIGHTNESS" val="0"/>
  <p:tag name="KSO_WM_UNIT_TEXT_FORE_SCHEMECOLOR_INDEX" val="5"/>
  <p:tag name="KSO_WM_UNIT_TEXT_LINE_FILL_TYPE" val="2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6915_7*a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单击此处添加标题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PECIAL_SOURCE" val="bdnull"/>
</p:tagLst>
</file>

<file path=ppt/theme/theme1.xml><?xml version="1.0" encoding="utf-8"?>
<a:theme xmlns:a="http://schemas.openxmlformats.org/drawingml/2006/main" name="1_nordridesign">
  <a:themeElements>
    <a:clrScheme name="1_nordridesign 1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333333"/>
      </a:accent1>
      <a:accent2>
        <a:srgbClr val="080808"/>
      </a:accent2>
      <a:accent3>
        <a:srgbClr val="FFFFFF"/>
      </a:accent3>
      <a:accent4>
        <a:srgbClr val="000000"/>
      </a:accent4>
      <a:accent5>
        <a:srgbClr val="ADADAD"/>
      </a:accent5>
      <a:accent6>
        <a:srgbClr val="060606"/>
      </a:accent6>
      <a:hlink>
        <a:srgbClr val="FFCC00"/>
      </a:hlink>
      <a:folHlink>
        <a:srgbClr val="FF6600"/>
      </a:folHlink>
    </a:clrScheme>
    <a:fontScheme name="1_nordridesign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2700"/>
      </a:spPr>
      <a:bodyPr rtlCol="0" anchor="ctr"/>
      <a:lstStyle>
        <a:defPPr algn="ctr">
          <a:defRPr i="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nordridesign 1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333333"/>
        </a:accent1>
        <a:accent2>
          <a:srgbClr val="080808"/>
        </a:accent2>
        <a:accent3>
          <a:srgbClr val="FFFFFF"/>
        </a:accent3>
        <a:accent4>
          <a:srgbClr val="000000"/>
        </a:accent4>
        <a:accent5>
          <a:srgbClr val="ADADAD"/>
        </a:accent5>
        <a:accent6>
          <a:srgbClr val="060606"/>
        </a:accent6>
        <a:hlink>
          <a:srgbClr val="FFCC0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2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0F6FC6"/>
        </a:accent1>
        <a:accent2>
          <a:srgbClr val="009DD9"/>
        </a:accent2>
        <a:accent3>
          <a:srgbClr val="FFFFFF"/>
        </a:accent3>
        <a:accent4>
          <a:srgbClr val="000000"/>
        </a:accent4>
        <a:accent5>
          <a:srgbClr val="AABBDF"/>
        </a:accent5>
        <a:accent6>
          <a:srgbClr val="008EC4"/>
        </a:accent6>
        <a:hlink>
          <a:srgbClr val="E2D700"/>
        </a:hlink>
        <a:folHlink>
          <a:srgbClr val="85DF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3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FFCC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85DF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4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FFCC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5">
        <a:dk1>
          <a:srgbClr val="000000"/>
        </a:dk1>
        <a:lt1>
          <a:srgbClr val="080808"/>
        </a:lt1>
        <a:dk2>
          <a:srgbClr val="FFFFFF"/>
        </a:dk2>
        <a:lt2>
          <a:srgbClr val="DBF5F9"/>
        </a:lt2>
        <a:accent1>
          <a:srgbClr val="FFCC00"/>
        </a:accent1>
        <a:accent2>
          <a:srgbClr val="FF9933"/>
        </a:accent2>
        <a:accent3>
          <a:srgbClr val="AAAAAA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6">
        <a:dk1>
          <a:srgbClr val="DBF5F9"/>
        </a:dk1>
        <a:lt1>
          <a:srgbClr val="FFFFFF"/>
        </a:lt1>
        <a:dk2>
          <a:srgbClr val="080808"/>
        </a:dk2>
        <a:lt2>
          <a:srgbClr val="FFFFFF"/>
        </a:lt2>
        <a:accent1>
          <a:srgbClr val="FFCC00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ordridesign 7">
        <a:dk1>
          <a:srgbClr val="DBF5F9"/>
        </a:dk1>
        <a:lt1>
          <a:srgbClr val="FFFFFF"/>
        </a:lt1>
        <a:dk2>
          <a:srgbClr val="080808"/>
        </a:dk2>
        <a:lt2>
          <a:srgbClr val="FFFFFF"/>
        </a:lt2>
        <a:accent1>
          <a:srgbClr val="FFFF00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FFFFAA"/>
        </a:accent5>
        <a:accent6>
          <a:srgbClr val="E7B900"/>
        </a:accent6>
        <a:hlink>
          <a:srgbClr val="CCFF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ordridesign 8">
        <a:dk1>
          <a:srgbClr val="FFFFFF"/>
        </a:dk1>
        <a:lt1>
          <a:srgbClr val="FFFFFF"/>
        </a:lt1>
        <a:dk2>
          <a:srgbClr val="FFFFFF"/>
        </a:dk2>
        <a:lt2>
          <a:srgbClr val="DBF5F9"/>
        </a:lt2>
        <a:accent1>
          <a:srgbClr val="FFFF00"/>
        </a:accent1>
        <a:accent2>
          <a:srgbClr val="FFCC00"/>
        </a:accent2>
        <a:accent3>
          <a:srgbClr val="FFFFFF"/>
        </a:accent3>
        <a:accent4>
          <a:srgbClr val="DADADA"/>
        </a:accent4>
        <a:accent5>
          <a:srgbClr val="FFFFAA"/>
        </a:accent5>
        <a:accent6>
          <a:srgbClr val="E7B900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9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FFFF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FFAA"/>
        </a:accent5>
        <a:accent6>
          <a:srgbClr val="E7B900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nordridesign">
  <a:themeElements>
    <a:clrScheme name="1_nordridesign 1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333333"/>
      </a:accent1>
      <a:accent2>
        <a:srgbClr val="080808"/>
      </a:accent2>
      <a:accent3>
        <a:srgbClr val="FFFFFF"/>
      </a:accent3>
      <a:accent4>
        <a:srgbClr val="000000"/>
      </a:accent4>
      <a:accent5>
        <a:srgbClr val="ADADAD"/>
      </a:accent5>
      <a:accent6>
        <a:srgbClr val="060606"/>
      </a:accent6>
      <a:hlink>
        <a:srgbClr val="FFCC00"/>
      </a:hlink>
      <a:folHlink>
        <a:srgbClr val="FF6600"/>
      </a:folHlink>
    </a:clrScheme>
    <a:fontScheme name="1_nordridesign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nordridesign 1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333333"/>
        </a:accent1>
        <a:accent2>
          <a:srgbClr val="080808"/>
        </a:accent2>
        <a:accent3>
          <a:srgbClr val="FFFFFF"/>
        </a:accent3>
        <a:accent4>
          <a:srgbClr val="000000"/>
        </a:accent4>
        <a:accent5>
          <a:srgbClr val="ADADAD"/>
        </a:accent5>
        <a:accent6>
          <a:srgbClr val="060606"/>
        </a:accent6>
        <a:hlink>
          <a:srgbClr val="FFCC0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2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0F6FC6"/>
        </a:accent1>
        <a:accent2>
          <a:srgbClr val="009DD9"/>
        </a:accent2>
        <a:accent3>
          <a:srgbClr val="FFFFFF"/>
        </a:accent3>
        <a:accent4>
          <a:srgbClr val="000000"/>
        </a:accent4>
        <a:accent5>
          <a:srgbClr val="AABBDF"/>
        </a:accent5>
        <a:accent6>
          <a:srgbClr val="008EC4"/>
        </a:accent6>
        <a:hlink>
          <a:srgbClr val="E2D700"/>
        </a:hlink>
        <a:folHlink>
          <a:srgbClr val="85DF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3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FFCC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85DF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4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FFCC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5">
        <a:dk1>
          <a:srgbClr val="000000"/>
        </a:dk1>
        <a:lt1>
          <a:srgbClr val="080808"/>
        </a:lt1>
        <a:dk2>
          <a:srgbClr val="FFFFFF"/>
        </a:dk2>
        <a:lt2>
          <a:srgbClr val="DBF5F9"/>
        </a:lt2>
        <a:accent1>
          <a:srgbClr val="FFCC00"/>
        </a:accent1>
        <a:accent2>
          <a:srgbClr val="FF9933"/>
        </a:accent2>
        <a:accent3>
          <a:srgbClr val="AAAAAA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6">
        <a:dk1>
          <a:srgbClr val="DBF5F9"/>
        </a:dk1>
        <a:lt1>
          <a:srgbClr val="FFFFFF"/>
        </a:lt1>
        <a:dk2>
          <a:srgbClr val="080808"/>
        </a:dk2>
        <a:lt2>
          <a:srgbClr val="FFFFFF"/>
        </a:lt2>
        <a:accent1>
          <a:srgbClr val="FFCC00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ordridesign 7">
        <a:dk1>
          <a:srgbClr val="DBF5F9"/>
        </a:dk1>
        <a:lt1>
          <a:srgbClr val="FFFFFF"/>
        </a:lt1>
        <a:dk2>
          <a:srgbClr val="080808"/>
        </a:dk2>
        <a:lt2>
          <a:srgbClr val="FFFFFF"/>
        </a:lt2>
        <a:accent1>
          <a:srgbClr val="FFFF00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FFFFAA"/>
        </a:accent5>
        <a:accent6>
          <a:srgbClr val="E7B900"/>
        </a:accent6>
        <a:hlink>
          <a:srgbClr val="CCFF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ordridesign 8">
        <a:dk1>
          <a:srgbClr val="FFFFFF"/>
        </a:dk1>
        <a:lt1>
          <a:srgbClr val="FFFFFF"/>
        </a:lt1>
        <a:dk2>
          <a:srgbClr val="FFFFFF"/>
        </a:dk2>
        <a:lt2>
          <a:srgbClr val="DBF5F9"/>
        </a:lt2>
        <a:accent1>
          <a:srgbClr val="FFFF00"/>
        </a:accent1>
        <a:accent2>
          <a:srgbClr val="FFCC00"/>
        </a:accent2>
        <a:accent3>
          <a:srgbClr val="FFFFFF"/>
        </a:accent3>
        <a:accent4>
          <a:srgbClr val="DADADA"/>
        </a:accent4>
        <a:accent5>
          <a:srgbClr val="FFFFAA"/>
        </a:accent5>
        <a:accent6>
          <a:srgbClr val="E7B900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9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FFFF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FFAA"/>
        </a:accent5>
        <a:accent6>
          <a:srgbClr val="E7B900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自定义 11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66BE"/>
      </a:accent1>
      <a:accent2>
        <a:srgbClr val="ABA7A7"/>
      </a:accent2>
      <a:accent3>
        <a:srgbClr val="0066BE"/>
      </a:accent3>
      <a:accent4>
        <a:srgbClr val="ABA7A7"/>
      </a:accent4>
      <a:accent5>
        <a:srgbClr val="0237D8"/>
      </a:accent5>
      <a:accent6>
        <a:srgbClr val="ABA7A7"/>
      </a:accent6>
      <a:hlink>
        <a:srgbClr val="0066BE"/>
      </a:hlink>
      <a:folHlink>
        <a:srgbClr val="ABA7A7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57150">
          <a:solidFill>
            <a:srgbClr val="FF6600"/>
          </a:solidFill>
          <a:round/>
          <a:tailEnd type="triangle" w="med" len="med"/>
        </a:ln>
      </a:spPr>
      <a:bodyPr vert="horz" wrap="square" lIns="91440" tIns="45720" rIns="91440" bIns="45720" numCol="1" anchor="t" anchorCtr="0" compatLnSpc="1"/>
      <a:lstStyle>
        <a:defPPr>
          <a:defRPr sz="4000">
            <a:solidFill>
              <a:schemeClr val="bg2">
                <a:lumMod val="75000"/>
              </a:schemeClr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nordridesign">
  <a:themeElements>
    <a:clrScheme name="1_nordridesign 1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333333"/>
      </a:accent1>
      <a:accent2>
        <a:srgbClr val="080808"/>
      </a:accent2>
      <a:accent3>
        <a:srgbClr val="FFFFFF"/>
      </a:accent3>
      <a:accent4>
        <a:srgbClr val="000000"/>
      </a:accent4>
      <a:accent5>
        <a:srgbClr val="ADADAD"/>
      </a:accent5>
      <a:accent6>
        <a:srgbClr val="060606"/>
      </a:accent6>
      <a:hlink>
        <a:srgbClr val="FFCC00"/>
      </a:hlink>
      <a:folHlink>
        <a:srgbClr val="FF6600"/>
      </a:folHlink>
    </a:clrScheme>
    <a:fontScheme name="1_nordridesign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nordridesign 1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333333"/>
        </a:accent1>
        <a:accent2>
          <a:srgbClr val="080808"/>
        </a:accent2>
        <a:accent3>
          <a:srgbClr val="FFFFFF"/>
        </a:accent3>
        <a:accent4>
          <a:srgbClr val="000000"/>
        </a:accent4>
        <a:accent5>
          <a:srgbClr val="ADADAD"/>
        </a:accent5>
        <a:accent6>
          <a:srgbClr val="060606"/>
        </a:accent6>
        <a:hlink>
          <a:srgbClr val="FFCC0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2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0F6FC6"/>
        </a:accent1>
        <a:accent2>
          <a:srgbClr val="009DD9"/>
        </a:accent2>
        <a:accent3>
          <a:srgbClr val="FFFFFF"/>
        </a:accent3>
        <a:accent4>
          <a:srgbClr val="000000"/>
        </a:accent4>
        <a:accent5>
          <a:srgbClr val="AABBDF"/>
        </a:accent5>
        <a:accent6>
          <a:srgbClr val="008EC4"/>
        </a:accent6>
        <a:hlink>
          <a:srgbClr val="E2D700"/>
        </a:hlink>
        <a:folHlink>
          <a:srgbClr val="85DF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3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FFCC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85DF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4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FFCC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5">
        <a:dk1>
          <a:srgbClr val="000000"/>
        </a:dk1>
        <a:lt1>
          <a:srgbClr val="080808"/>
        </a:lt1>
        <a:dk2>
          <a:srgbClr val="FFFFFF"/>
        </a:dk2>
        <a:lt2>
          <a:srgbClr val="DBF5F9"/>
        </a:lt2>
        <a:accent1>
          <a:srgbClr val="FFCC00"/>
        </a:accent1>
        <a:accent2>
          <a:srgbClr val="FF9933"/>
        </a:accent2>
        <a:accent3>
          <a:srgbClr val="AAAAAA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6">
        <a:dk1>
          <a:srgbClr val="DBF5F9"/>
        </a:dk1>
        <a:lt1>
          <a:srgbClr val="FFFFFF"/>
        </a:lt1>
        <a:dk2>
          <a:srgbClr val="080808"/>
        </a:dk2>
        <a:lt2>
          <a:srgbClr val="FFFFFF"/>
        </a:lt2>
        <a:accent1>
          <a:srgbClr val="FFCC00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ordridesign 7">
        <a:dk1>
          <a:srgbClr val="DBF5F9"/>
        </a:dk1>
        <a:lt1>
          <a:srgbClr val="FFFFFF"/>
        </a:lt1>
        <a:dk2>
          <a:srgbClr val="080808"/>
        </a:dk2>
        <a:lt2>
          <a:srgbClr val="FFFFFF"/>
        </a:lt2>
        <a:accent1>
          <a:srgbClr val="FFFF00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FFFFAA"/>
        </a:accent5>
        <a:accent6>
          <a:srgbClr val="E7B900"/>
        </a:accent6>
        <a:hlink>
          <a:srgbClr val="CCFF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ordridesign 8">
        <a:dk1>
          <a:srgbClr val="FFFFFF"/>
        </a:dk1>
        <a:lt1>
          <a:srgbClr val="FFFFFF"/>
        </a:lt1>
        <a:dk2>
          <a:srgbClr val="FFFFFF"/>
        </a:dk2>
        <a:lt2>
          <a:srgbClr val="DBF5F9"/>
        </a:lt2>
        <a:accent1>
          <a:srgbClr val="FFFF00"/>
        </a:accent1>
        <a:accent2>
          <a:srgbClr val="FFCC00"/>
        </a:accent2>
        <a:accent3>
          <a:srgbClr val="FFFFFF"/>
        </a:accent3>
        <a:accent4>
          <a:srgbClr val="DADADA"/>
        </a:accent4>
        <a:accent5>
          <a:srgbClr val="FFFFAA"/>
        </a:accent5>
        <a:accent6>
          <a:srgbClr val="E7B900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9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FFFF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FFAA"/>
        </a:accent5>
        <a:accent6>
          <a:srgbClr val="E7B900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nordridesign">
  <a:themeElements>
    <a:clrScheme name="1_nordridesign 1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333333"/>
      </a:accent1>
      <a:accent2>
        <a:srgbClr val="080808"/>
      </a:accent2>
      <a:accent3>
        <a:srgbClr val="FFFFFF"/>
      </a:accent3>
      <a:accent4>
        <a:srgbClr val="000000"/>
      </a:accent4>
      <a:accent5>
        <a:srgbClr val="ADADAD"/>
      </a:accent5>
      <a:accent6>
        <a:srgbClr val="060606"/>
      </a:accent6>
      <a:hlink>
        <a:srgbClr val="FFCC00"/>
      </a:hlink>
      <a:folHlink>
        <a:srgbClr val="FF6600"/>
      </a:folHlink>
    </a:clrScheme>
    <a:fontScheme name="1_nordridesign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2700"/>
      </a:spPr>
      <a:bodyPr rtlCol="0" anchor="ctr"/>
      <a:lstStyle>
        <a:defPPr algn="ctr">
          <a:defRPr i="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nordridesign 1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333333"/>
        </a:accent1>
        <a:accent2>
          <a:srgbClr val="080808"/>
        </a:accent2>
        <a:accent3>
          <a:srgbClr val="FFFFFF"/>
        </a:accent3>
        <a:accent4>
          <a:srgbClr val="000000"/>
        </a:accent4>
        <a:accent5>
          <a:srgbClr val="ADADAD"/>
        </a:accent5>
        <a:accent6>
          <a:srgbClr val="060606"/>
        </a:accent6>
        <a:hlink>
          <a:srgbClr val="FFCC0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2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0F6FC6"/>
        </a:accent1>
        <a:accent2>
          <a:srgbClr val="009DD9"/>
        </a:accent2>
        <a:accent3>
          <a:srgbClr val="FFFFFF"/>
        </a:accent3>
        <a:accent4>
          <a:srgbClr val="000000"/>
        </a:accent4>
        <a:accent5>
          <a:srgbClr val="AABBDF"/>
        </a:accent5>
        <a:accent6>
          <a:srgbClr val="008EC4"/>
        </a:accent6>
        <a:hlink>
          <a:srgbClr val="E2D700"/>
        </a:hlink>
        <a:folHlink>
          <a:srgbClr val="85DF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3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FFCC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85DF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4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FFCC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5">
        <a:dk1>
          <a:srgbClr val="000000"/>
        </a:dk1>
        <a:lt1>
          <a:srgbClr val="080808"/>
        </a:lt1>
        <a:dk2>
          <a:srgbClr val="FFFFFF"/>
        </a:dk2>
        <a:lt2>
          <a:srgbClr val="DBF5F9"/>
        </a:lt2>
        <a:accent1>
          <a:srgbClr val="FFCC00"/>
        </a:accent1>
        <a:accent2>
          <a:srgbClr val="FF9933"/>
        </a:accent2>
        <a:accent3>
          <a:srgbClr val="AAAAAA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6">
        <a:dk1>
          <a:srgbClr val="DBF5F9"/>
        </a:dk1>
        <a:lt1>
          <a:srgbClr val="FFFFFF"/>
        </a:lt1>
        <a:dk2>
          <a:srgbClr val="080808"/>
        </a:dk2>
        <a:lt2>
          <a:srgbClr val="FFFFFF"/>
        </a:lt2>
        <a:accent1>
          <a:srgbClr val="FFCC00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ordridesign 7">
        <a:dk1>
          <a:srgbClr val="DBF5F9"/>
        </a:dk1>
        <a:lt1>
          <a:srgbClr val="FFFFFF"/>
        </a:lt1>
        <a:dk2>
          <a:srgbClr val="080808"/>
        </a:dk2>
        <a:lt2>
          <a:srgbClr val="FFFFFF"/>
        </a:lt2>
        <a:accent1>
          <a:srgbClr val="FFFF00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FFFFAA"/>
        </a:accent5>
        <a:accent6>
          <a:srgbClr val="E7B900"/>
        </a:accent6>
        <a:hlink>
          <a:srgbClr val="CCFF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ordridesign 8">
        <a:dk1>
          <a:srgbClr val="FFFFFF"/>
        </a:dk1>
        <a:lt1>
          <a:srgbClr val="FFFFFF"/>
        </a:lt1>
        <a:dk2>
          <a:srgbClr val="FFFFFF"/>
        </a:dk2>
        <a:lt2>
          <a:srgbClr val="DBF5F9"/>
        </a:lt2>
        <a:accent1>
          <a:srgbClr val="FFFF00"/>
        </a:accent1>
        <a:accent2>
          <a:srgbClr val="FFCC00"/>
        </a:accent2>
        <a:accent3>
          <a:srgbClr val="FFFFFF"/>
        </a:accent3>
        <a:accent4>
          <a:srgbClr val="DADADA"/>
        </a:accent4>
        <a:accent5>
          <a:srgbClr val="FFFFAA"/>
        </a:accent5>
        <a:accent6>
          <a:srgbClr val="E7B900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9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FFFF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FFAA"/>
        </a:accent5>
        <a:accent6>
          <a:srgbClr val="E7B900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F5F5F8"/>
      </a:dk2>
      <a:lt2>
        <a:srgbClr val="FFFFFF"/>
      </a:lt2>
      <a:accent1>
        <a:srgbClr val="577CCE"/>
      </a:accent1>
      <a:accent2>
        <a:srgbClr val="5999AF"/>
      </a:accent2>
      <a:accent3>
        <a:srgbClr val="5BA080"/>
      </a:accent3>
      <a:accent4>
        <a:srgbClr val="8BAA69"/>
      </a:accent4>
      <a:accent5>
        <a:srgbClr val="D6B250"/>
      </a:accent5>
      <a:accent6>
        <a:srgbClr val="E79647"/>
      </a:accent6>
      <a:hlink>
        <a:srgbClr val="0000FF"/>
      </a:hlink>
      <a:folHlink>
        <a:srgbClr val="FF00F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350</Words>
  <Application>Microsoft Office PowerPoint</Application>
  <PresentationFormat>宽屏</PresentationFormat>
  <Paragraphs>58</Paragraphs>
  <Slides>13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Wingdings</vt:lpstr>
      <vt:lpstr>MS UI Gothic</vt:lpstr>
      <vt:lpstr>微软雅黑</vt:lpstr>
      <vt:lpstr>Arial</vt:lpstr>
      <vt:lpstr>黑体</vt:lpstr>
      <vt:lpstr>等线</vt:lpstr>
      <vt:lpstr>1_nordridesign</vt:lpstr>
      <vt:lpstr>2_nordridesign</vt:lpstr>
      <vt:lpstr>自定义设计方案</vt:lpstr>
      <vt:lpstr>Office 主题</vt:lpstr>
      <vt:lpstr>3_nordridesign</vt:lpstr>
      <vt:lpstr>4_nordridesign</vt:lpstr>
      <vt:lpstr>2_Office 主题​​</vt:lpstr>
      <vt:lpstr>计算机组成原理实验</vt:lpstr>
      <vt:lpstr>一、运算器实验</vt:lpstr>
      <vt:lpstr>PowerPoint 演示文稿</vt:lpstr>
      <vt:lpstr>PowerPoint 演示文稿</vt:lpstr>
      <vt:lpstr>二、存储器实验</vt:lpstr>
      <vt:lpstr>PowerPoint 演示文稿</vt:lpstr>
      <vt:lpstr>PowerPoint 演示文稿</vt:lpstr>
      <vt:lpstr>三、指令系统实验</vt:lpstr>
      <vt:lpstr>PowerPoint 演示文稿</vt:lpstr>
      <vt:lpstr>四、综合编程实验1</vt:lpstr>
      <vt:lpstr>PowerPoint 演示文稿</vt:lpstr>
      <vt:lpstr>五、综合编程实验2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tanzhihu</dc:creator>
  <cp:lastModifiedBy>Administrator</cp:lastModifiedBy>
  <cp:revision>1947</cp:revision>
  <cp:lastPrinted>2025-03-30T14:14:12Z</cp:lastPrinted>
  <dcterms:created xsi:type="dcterms:W3CDTF">2025-03-30T14:14:12Z</dcterms:created>
  <dcterms:modified xsi:type="dcterms:W3CDTF">2025-12-01T09:34:51Z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2052-6.10.2.8876</vt:lpwstr>
  </property>
  <property fmtid="{D5CDD505-2E9C-101B-9397-08002B2CF9AE}" pid="3" name="ICV">
    <vt:lpwstr>54B1838FC1A13592B5F5DF675398697E_42</vt:lpwstr>
  </property>
</Properties>
</file>